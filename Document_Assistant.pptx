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56616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291840"/>
            <a:ext cx="2560320" cy="25603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713232"/>
            <a:ext cx="118872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841248"/>
            <a:ext cx="393192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Assistant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20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Multi-Agent System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50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·  LangChain  ·  OpenAI GPT-4o  ·  Streamlit  ·  Python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347472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Code Walkthrough · Agents &amp; State · Tools · Outputs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622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Document Intelligence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Agenda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749808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09728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877824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Architecture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1097280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19472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877824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 Structure &amp; Code Walkthrough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048256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" y="239572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176272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 — 11 Fields &amp; Reducers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048256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2395728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9472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176272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Nodes (5) &amp; Workflow Graph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346704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" y="3694176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474720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Calculator &amp; Document Reader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346704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3694176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19472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474720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 &amp; Output Schemas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🏥  System Overview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85800"/>
            <a:ext cx="4114800" cy="4224528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731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1170432"/>
            <a:ext cx="3886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Upload PDF, CSV, TXT, Markdown documents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84048" y="1618488"/>
            <a:ext cx="3886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Automatically classify user intent (Q&amp;A / Summarize / Calculate)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2066544"/>
            <a:ext cx="3886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Route to the correct specialist AI agent via LangGraph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2514600"/>
            <a:ext cx="3886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Retrieve relevant content using keyword search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2962656"/>
            <a:ext cx="3886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Perform safe arithmetic on document data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" y="3410712"/>
            <a:ext cx="3886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Persist conversation state with InMemorySaver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" y="3858768"/>
            <a:ext cx="3886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Serve via Streamlit with 3 interactive tabs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685800"/>
            <a:ext cx="4160520" cy="4224528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7315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Specialist Agents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170432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56048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Agent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56048" y="14356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factual questions from docs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document_reader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975104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56048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Agent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56048" y="22402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summaries &amp; key 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document_reader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779776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6048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Agent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956048" y="30449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data &amp; runs arithmetic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document_reader + calculator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611880"/>
            <a:ext cx="914400" cy="11887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6576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15137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52160" y="3611880"/>
            <a:ext cx="914400" cy="11887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52160" y="36576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5852160" y="415137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3611880"/>
            <a:ext cx="914400" cy="11887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36576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15137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63840" y="3611880"/>
            <a:ext cx="914400" cy="11887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0" y="36576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415137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 Full Architecture — Request to Response Flow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49808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749808"/>
            <a:ext cx="13716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64208" y="987552"/>
            <a:ext cx="667512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331720" y="749808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749808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Tabs)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987552"/>
            <a:ext cx="621792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892040" y="749808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74980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DocumentAssistant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.process_message()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22008" y="987552"/>
            <a:ext cx="576072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498080" y="749808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749808"/>
            <a:ext cx="13716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.invoke()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371600"/>
            <a:ext cx="8595360" cy="3401568"/>
          </a:xfrm>
          <a:prstGeom prst="roundRect">
            <a:avLst>
              <a:gd name="adj" fmla="val 2688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" y="1408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StateGraph  (agent.py)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37560" y="171907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classify_intent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(Router Node)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221992"/>
            <a:ext cx="-2194560" cy="658368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4572000" y="2221992"/>
            <a:ext cx="0" cy="566928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806440" y="2221992"/>
            <a:ext cx="1828800" cy="658368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11480" y="278892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2788920"/>
            <a:ext cx="20116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qa_agent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(Q&amp;A)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66160" y="278892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66160" y="2788920"/>
            <a:ext cx="20116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summarization_agent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(Summary)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2788920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1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0840" y="2788920"/>
            <a:ext cx="182880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calculation_agent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(Calc)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17320" y="3319272"/>
            <a:ext cx="2331720" cy="502920"/>
          </a:xfrm>
          <a:prstGeom prst="line">
            <a:avLst/>
          </a:prstGeom>
          <a:noFill/>
          <a:ln w="13970">
            <a:solidFill>
              <a:srgbClr val="374151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4572000" y="3319272"/>
            <a:ext cx="0" cy="521208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7635240" y="3319272"/>
            <a:ext cx="-2011680" cy="502920"/>
          </a:xfrm>
          <a:prstGeom prst="line">
            <a:avLst/>
          </a:prstGeom>
          <a:noFill/>
          <a:ln w="13970">
            <a:solidFill>
              <a:srgbClr val="374151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3337560" y="382219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37560" y="3822192"/>
            <a:ext cx="24688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update_memory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(Memory &amp; Summary)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24728" y="4073652"/>
            <a:ext cx="896112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6720840" y="3877056"/>
            <a:ext cx="457200" cy="402336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20840" y="38770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69480" y="1463040"/>
            <a:ext cx="1508760" cy="2267712"/>
          </a:xfrm>
          <a:prstGeom prst="roundRect">
            <a:avLst>
              <a:gd name="adj" fmla="val 4242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69480" y="1508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1828800"/>
            <a:ext cx="13258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_reader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360920" y="2487168"/>
            <a:ext cx="13258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calculator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 — checkpoints AgentState after each node, keyed by thread_id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📁  Python File Structure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493776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" y="7498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src/schemas.py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12848" y="822960"/>
            <a:ext cx="18288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04288" y="74980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models: UserIntent, AnswerResponse, SummarizationResponse, CalculationResponse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248156"/>
            <a:ext cx="8595360" cy="493776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" y="12847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src/agent.py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12848" y="1357884"/>
            <a:ext cx="18288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04288" y="128473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LangGraph workflow: AgentState TypedDict, 5 node functions, StateGraph, InMemorySaver compile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783080"/>
            <a:ext cx="8595360" cy="493776"/>
          </a:xfrm>
          <a:prstGeom prst="roundRect">
            <a:avLst>
              <a:gd name="adj" fmla="val 11111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" y="18196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src/retrieval.py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1892808"/>
            <a:ext cx="1828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04288" y="1819656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DocumentRetriever class: keyword search, exact-ID lookup, load_document() for PDF/CSV/TXT/MD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318004"/>
            <a:ext cx="8595360" cy="493776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" y="23545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src/tools.py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12848" y="2427732"/>
            <a:ext cx="18288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04288" y="23545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tool (safe eval, regex-guarded) + document_reader tool (ID lookup + keyword fallback)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852928"/>
            <a:ext cx="8595360" cy="493776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" y="28895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src/prompts.py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12848" y="2962656"/>
            <a:ext cx="1828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04288" y="288950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Summarization, Calculation system prompts + get_chat_prompt_template() + intent classifier prompt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387852"/>
            <a:ext cx="8595360" cy="493776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" y="34244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src/assistant.py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12848" y="3497580"/>
            <a:ext cx="1828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04288" y="342442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DocumentAssistant class: start_session(), process_message(), wires LLM + tools into RunnableConfig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922776"/>
            <a:ext cx="8595360" cy="493776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" y="39593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12848" y="4032504"/>
            <a:ext cx="18288" cy="2743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04288" y="395935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Streamlit UI: Upload, Summarization, Calculator. Hospital doodle, light-green theme, per-tab sessions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457700"/>
            <a:ext cx="8595360" cy="493776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4048" y="44942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samples/*.csv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12848" y="4567428"/>
            <a:ext cx="18288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04288" y="4494276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sample datasets: finance (500 rows), hospital (500 rows), Q3 summary, dept stats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📐  src/schemas.py — Pydantic v2 Output Models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structured outputs use Pydantic BaseModel. LangGraph agents call llm.with_structured_output(Model) to produce these.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25196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UserIntent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335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classify_intent node. Drives routing.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15270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intent_type: str  — "qa" | "summarization" | "calculation" | "unknown"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176479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confidence: float  — 0.0 to 1.0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0025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reasoning: str  — why this intent was chosen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024128"/>
            <a:ext cx="4251960" cy="18288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AnswerResponse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335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qa_agent node.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5270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question: str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76479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answer: str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0025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sources: List[str]  — doc IDs used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240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confidence: float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47802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timestamp: datetime  (auto)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962656"/>
            <a:ext cx="4251960" cy="18288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30358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SummarizationResponse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32735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summarization_agent node.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" y="34655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summary: str  — paragraph summary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11480" y="37033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key_points: List[str]  — 3–7 bullet points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394106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sources: List[str]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41788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timestamp: datetime  (auto)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962656"/>
            <a:ext cx="4251960" cy="182880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0358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CalculationResponse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2735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calculation_agent node.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4655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question: str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37033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str  — numeric result with units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394106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expression: str  — math formula used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41788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sources: List[str]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44165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timestamp: datetime  (auto)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src/agent.py — Core LangGraph Workflow (Most Important File)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04088"/>
            <a:ext cx="36576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 (TypedDict)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2336" y="95097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11-field shared state with add_messages and operator.add reducers.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540764"/>
            <a:ext cx="36576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" y="15681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Node Functions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" y="17876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classify_intent, qa_agent, summarization_agent, calculation_agent, update_memory. Each typed with RunnableConfig for config injection.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36576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" y="24048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_run_tool_loop()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" y="262432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Helper: bind_tools → invoke → append ToolMessages → repeat up to max_iter. Returns messages, tools_used, context_snippets.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14116"/>
            <a:ext cx="36576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" y="32415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_route_to_agent()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" y="346100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function: reads state["next_step"] and returns the target node name.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050792"/>
            <a:ext cx="36576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" y="40782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create_workflow()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" y="4297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StateGraph, adds all nodes, sets entry point, wires conditional + fixed edges, compiles with InMemorySaver().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809744"/>
            <a:ext cx="8595360" cy="201168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481888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Critical: All node functions must type config as RunnableConfig (not dict) — LangGraph only injects the config when the type annotation is correct.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 src/retrieval.py — Document Store &amp; Retrieval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858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731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DocumentRetriever Methods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2336" y="1152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get_document(doc_id)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02336" y="13716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ID lookup. Returns dict with content, title, type or None.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2011680"/>
            <a:ext cx="37490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" y="2066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search_documents(query, top_k=2)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" y="22860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scoring: counts query-term occurrences in content+title. Falls back to first 2 docs if no match.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" y="2926080"/>
            <a:ext cx="37490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load_document(file_path)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" y="3200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.pdf, .txt, .md, .csv. Builds doc ID from filename stem. Uses pypdf for PDF extraction page-by-page.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" y="3840480"/>
            <a:ext cx="37490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list_documents()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" y="41148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doc IDs + titles for UI display.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68580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731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Documents (4)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143000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19472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doc_financial_q1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19472" y="1408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Financial Report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892808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19472" y="1938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doc_financial_q2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919472" y="2157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Financial Report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642616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19472" y="2688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doc_healthcare_stats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919472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Statistics 2026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392424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19472" y="3438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doc_healthcare_outcomes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919472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Outcomes Report 2026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16052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Type: Keyword Matching (NOT RAG)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embeddings — term-count scoring on full document text.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🔨  src/tools.py — Two LangChain Tools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85800"/>
            <a:ext cx="4160520" cy="4224528"/>
          </a:xfrm>
          <a:prstGeom prst="roundRect">
            <a:avLst>
              <a:gd name="adj" fmla="val 1758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749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calculator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24358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2435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 expression string, e.g. "4200000 - 2800000"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17282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72821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guard — only digits and + - * / ( ) . % allowed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2128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2128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 with empty __builtins__ (sandboxed)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2697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2697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result string, e.g. "Result: 1,400,000"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31821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1821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ZeroDivisionError, unsupported chars, eval exceptions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366674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66674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calculation_agent only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133088"/>
            <a:ext cx="3886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151376"/>
            <a:ext cx="37490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clean_expr = expression.replace(",","").strip()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re.match(r'^[\d\s\+\-\*\/\.\(\)\%]+$', clean_expr):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eval(clean_expr, {"__builtins__": {}}, {})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09160" y="685800"/>
            <a:ext cx="4160520" cy="4224528"/>
          </a:xfrm>
          <a:prstGeom prst="roundRect">
            <a:avLst>
              <a:gd name="adj" fmla="val 1758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749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document_reader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28032" y="124358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971032" y="12435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ID or keyword search string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172821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971032" y="17282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ID lookup via retriever.get_document(query)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828032" y="221284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971032" y="22128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match → keyword search retriever.search_documents(query)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828032" y="26974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971032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first 2 docs if keywords match nothing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828032" y="318211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97103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string with doc ID, title, and full content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828032" y="366674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971032" y="36667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agents — qa, summarization, calculation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28032" y="4133088"/>
            <a:ext cx="3886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73752" y="4151376"/>
            <a:ext cx="37490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retriever.get_document(query)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doc: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retriever.search_documents(query)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💬  src/prompts.py  &amp;  src/assistant.py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85800"/>
            <a:ext cx="4160520" cy="4224528"/>
          </a:xfrm>
          <a:prstGeom prst="roundRect">
            <a:avLst>
              <a:gd name="adj" fmla="val 1758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7498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prompts.py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" y="11887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QA_SYSTEM_PROMPT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02336" y="1408176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Instructs agent to use document_reader tool, cite doc IDs, give confidence score.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2336" y="184708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SUMMARIZATION_SYSTEM_PROMPT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" y="206654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Instructs agent to use document_reader, produce concise summary + 3–7 key points.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" y="250545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CALCULATION_SYSTEM_PROMPT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" y="272491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Enforces: "ALWAYS use calculator tool for ALL calculations — even simple ones."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" y="316382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get_intent_classification_prompt()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" y="338328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PromptTemplate for the classify_intent LLM call (uses .format(), not .format_messages()).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" y="38221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get_chat_prompt_template(intent)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" y="404164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ChatPromptTemplate with the correct system prompt for the given intent type.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685800"/>
            <a:ext cx="4160520" cy="4224528"/>
          </a:xfrm>
          <a:prstGeom prst="roundRect">
            <a:avLst>
              <a:gd name="adj" fmla="val 1758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7498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assistant.py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28032" y="11887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DocumentAssistant class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1408176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LLM instance (ChatOpenAI gpt-4o), the tools list, and the compiled workflow graph.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184708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start_session(user_id)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206654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ChatSession with a UUID session_id. Stores it in self.current_session.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828032" y="250545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process_message(text)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272491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initial AgentState dict, sets RunnableConfig with thread_id, llm, and tools. Calls workflow.invoke().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316382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RunnableConfig payload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28032" y="338328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"thread_id": session_id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"llm": ChatOpenAI instance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"tools": [calculator, document_reader]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828032" y="38221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extraction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28032" y="404164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state["current_response"] after invoke(). Falls back to last AIMessage.content if no structured response.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streamlit_app.py — Streamlit Web UI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85800"/>
            <a:ext cx="2788920" cy="4224528"/>
          </a:xfrm>
          <a:prstGeom prst="roundRect">
            <a:avLst>
              <a:gd name="adj" fmla="val 2623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7498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Upload Documents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1188720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file_uploader() for PDF, TXT, MD, CSV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84048" y="1755648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Writes to tempfile → retriever.load_document()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2322576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success / duplicate / error feedback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2889504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 chip: "Summarize {doc_id}"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3456432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all loaded documents with badges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2112" y="685800"/>
            <a:ext cx="2788920" cy="4224528"/>
          </a:xfrm>
          <a:prstGeom prst="roundRect">
            <a:avLst>
              <a:gd name="adj" fmla="val 2623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82112" y="7498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Summarization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188720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sum_assistant (DocumentAssistant) per tab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1755648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history stored in st.session_state.sum_chat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322576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 hint: prepends "Please summarize: " if needed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2889504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st.chat_input + st.chat_message for chat UI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456432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🗑️ Clear chat button with st.rerun()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685800"/>
            <a:ext cx="2788920" cy="4224528"/>
          </a:xfrm>
          <a:prstGeom prst="roundRect">
            <a:avLst>
              <a:gd name="adj" fmla="val 2623"/>
            </a:avLst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89904" y="7498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Calculator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199632" y="1188720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calc_assistant per tab in session_state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199632" y="1755648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 questions in st.expander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199632" y="2322576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 hint: prepends "Calculate: " if needed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2889504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chat pattern as Summarization tab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3456432"/>
            <a:ext cx="257860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retriever singleton across all tabs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782312"/>
            <a:ext cx="8595360" cy="18288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040" y="4791456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#f0fdf4 (light green bg) · #d1fae5 (tab bar) · #10b981 (active tab) · Hospital SVG doodle in header · st.set_page_config must be first call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 AgentState — The 11-Field Shared State (TypedDict)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" y="6400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reads from and writes to this shared state. LangGraph merges updates automatically using reducers.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77824"/>
            <a:ext cx="8595360" cy="2743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" y="886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886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79392" y="886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696712" y="886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152144"/>
            <a:ext cx="859536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" y="1152144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user_input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221992" y="1152144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279392" y="1152144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696712" y="1152144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user message for the current turn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499616"/>
            <a:ext cx="8595360" cy="33832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" y="1499616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221992" y="1499616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List[BaseMessage]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279392" y="1499616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add_messages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696712" y="1499616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history — LangGraph appends, never overwrites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1847088"/>
            <a:ext cx="859536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" y="1847088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221992" y="184708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UserIntent | None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279392" y="1847088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696712" y="1847088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intent object from classify_intent node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194560"/>
            <a:ext cx="8595360" cy="338328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" y="2194560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next_step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221992" y="2194560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279392" y="2194560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696712" y="2194560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target: "qa_agent", "summarization_agent", "calculation_agent"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542032"/>
            <a:ext cx="859536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" y="2542032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conversation_summary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221992" y="254203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279392" y="2542032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5696712" y="2542032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LLM-written rolling summary of recent turns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2889504"/>
            <a:ext cx="8595360" cy="338328"/>
          </a:xfrm>
          <a:prstGeom prst="rect">
            <a:avLst/>
          </a:prstGeom>
          <a:solidFill>
            <a:srgbClr val="FFFB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7472" y="2889504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active_documents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2221992" y="2889504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List[str]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279392" y="2889504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696712" y="2889504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IDs referenced so far in this session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236976"/>
            <a:ext cx="859536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7472" y="3236976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current_response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221992" y="3236976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| None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4279392" y="3236976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696712" y="3236976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from whichever agent ran this turn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3584448"/>
            <a:ext cx="8595360" cy="338328"/>
          </a:xfrm>
          <a:prstGeom prst="rect">
            <a:avLst/>
          </a:prstGeom>
          <a:solidFill>
            <a:srgbClr val="CFF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7472" y="3584448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tools_used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2221992" y="358444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List[str]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4279392" y="3584448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5696712" y="3584448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of tools called during this turn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3931920"/>
            <a:ext cx="8595360" cy="3383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47472" y="3931920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2221992" y="3931920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4279392" y="3931920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5696712" y="3931920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thread_id for InMemorySaver checkpoint key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4320" y="4279392"/>
            <a:ext cx="8595360" cy="338328"/>
          </a:xfrm>
          <a:prstGeom prst="rect">
            <a:avLst/>
          </a:prstGeom>
          <a:solidFill>
            <a:srgbClr val="FFF1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47472" y="4279392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2221992" y="427939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4279392" y="4279392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5696712" y="4279392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identifier passed through to state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4626864"/>
            <a:ext cx="8595360" cy="338328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47472" y="4626864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actions_taken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2221992" y="4626864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List[str]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4279392" y="4626864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operator.add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5696712" y="4626864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names accumulated across the turn — never reset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🔵  Graph Nodes 1–3 : classify_intent · qa_agent · summarization_agent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85800"/>
            <a:ext cx="8595360" cy="1353312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" y="7406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classify_intent  (Router)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2336" y="1033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02336" y="11978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user_input, messages (last 6)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551176" y="1033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11978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(UserIntent), next_step, actions_taken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1033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11978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llm.with_structured_output(UserIntent) → maps intent_type to target node name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848856" y="1033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848856" y="11978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to: qa_agent | summarization_agent | calculation_agent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2336" y="1728216"/>
            <a:ext cx="830275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737360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Only node that does NOT call tools. Reads intent_type from structured LLM output.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112264"/>
            <a:ext cx="8595360" cy="1353312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" y="2167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qa_agent  (Q&amp;A)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" y="2459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" y="26243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user_input, tools (from config)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551176" y="2459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2551176" y="26243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current_response (AnswerResponse), messages, tools_used, actions_taken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700016" y="2459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700016" y="26243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bind_tools(tools) → tool loop ×5 max → with_structured_output(AnswerResponse)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2459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848856" y="26243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question, answer, sources, confidence, timestamp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2336" y="3154680"/>
            <a:ext cx="830275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163824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Two-phase: (1) gather document content via tool loop, (2) produce structured AnswerResponse.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538728"/>
            <a:ext cx="8595360" cy="1353312"/>
          </a:xfrm>
          <a:prstGeom prst="roundRect">
            <a:avLst>
              <a:gd name="adj" fmla="val 5405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2336" y="3593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summarization_agent  (Summary)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02336" y="3886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02336" y="40507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user_input, tools (from config)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551176" y="3886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2551176" y="40507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current_response (SummarizationResponse), messages, tools_used, actions_taken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700016" y="3886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700016" y="40507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bind_tools(tools) → tool loop ×5 max → with_structured_output(SummarizationResponse)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848856" y="3886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848856" y="40507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summary, key_points (3–7), sources, timestamp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02336" y="4581144"/>
            <a:ext cx="830275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4590288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Same two-phase pattern as qa_agent. Prompt forces concise summary + bullet points.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🔴🟢  Graph Nodes 4–5 : calculation_agent · update_memory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2029968"/>
          </a:xfrm>
          <a:prstGeom prst="roundRect">
            <a:avLst>
              <a:gd name="adj" fmla="val 3604"/>
            </a:avLst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calculation_agent  (Calculator)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" y="1170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02336" y="13533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user_input, tools (from config)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551176" y="1170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13533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current_response (CalculationResponse), messages, tools_used, actions_taken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1170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13533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bind_tools(tools) → tool loop ×8 max → with_structured_output(CalculationResponse)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848856" y="1170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848856" y="13533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question, result (with units), expression, sources, timestamp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2336" y="2130552"/>
            <a:ext cx="830275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148840"/>
            <a:ext cx="819302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Longer loop (max_iter=8) so model can call document_reader THEN calculator. Prompt enforces tool use for all arithmetic.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8595360" cy="2029968"/>
          </a:xfrm>
          <a:prstGeom prst="roundRect">
            <a:avLst>
              <a:gd name="adj" fmla="val 3604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" y="2907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update_memory  (Convergence &amp; Memory)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(last 10), current_response, active_documents, llm (from config)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551176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2551176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conversation_summary, active_documents (merged), next_step=END, actions_taken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700016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700016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summarises recent messages → extracts source doc IDs from current_response.sources → merges into active_documents list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848856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next_step to END — the graph terminates. Every agent path converges here.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2336" y="4251960"/>
            <a:ext cx="830275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270248"/>
            <a:ext cx="819302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Mandatory final node. Provides persistent memory of which documents were used across multi-turn conversations.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LangGraph Workflow Diagram — StateGraph Visual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4160520" y="685800"/>
            <a:ext cx="822960" cy="36576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685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0" cy="338328"/>
          </a:xfrm>
          <a:prstGeom prst="line">
            <a:avLst/>
          </a:prstGeom>
          <a:noFill/>
          <a:ln w="17780">
            <a:solidFill>
              <a:srgbClr val="064E3B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246120" y="1389888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1389888"/>
            <a:ext cx="26517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classify_intent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(Router — LLM structured output)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1938528"/>
            <a:ext cx="0" cy="393192"/>
          </a:xfrm>
          <a:prstGeom prst="line">
            <a:avLst/>
          </a:prstGeom>
          <a:noFill/>
          <a:ln w="17780">
            <a:solidFill>
              <a:srgbClr val="1D4ED8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572000" y="1938528"/>
            <a:ext cx="0" cy="393192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303520" y="1938528"/>
            <a:ext cx="0" cy="393192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arrow"/>
          </a:ln>
        </p:spPr>
      </p:sp>
      <p:sp>
        <p:nvSpPr>
          <p:cNvPr id="15" name="Text 13"/>
          <p:cNvSpPr txBox="1"/>
          <p:nvPr/>
        </p:nvSpPr>
        <p:spPr>
          <a:xfrm>
            <a:off x="1920240" y="20299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intent=qa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1965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intent=summarization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029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intent=calculation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" y="2331720"/>
            <a:ext cx="25603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qa_agent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AnswerResponse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331720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2331720"/>
            <a:ext cx="25603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summarization_agent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SummarizationResponse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2331720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FFF1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2331720"/>
            <a:ext cx="25603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calculation_agent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CalculationResponse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54480" y="2898648"/>
            <a:ext cx="2103120" cy="64008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572000" y="2898648"/>
            <a:ext cx="0" cy="640080"/>
          </a:xfrm>
          <a:prstGeom prst="line">
            <a:avLst/>
          </a:prstGeom>
          <a:noFill/>
          <a:ln w="17780">
            <a:solidFill>
              <a:srgbClr val="374151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589520" y="2898648"/>
            <a:ext cx="-2103120" cy="64008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3246120" y="3538728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46120" y="3538728"/>
            <a:ext cx="26517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update_memory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Docs Tracking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4087368"/>
            <a:ext cx="0" cy="37490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160520" y="4462272"/>
            <a:ext cx="822960" cy="384048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0520" y="44622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338328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95160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state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node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38328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0040" y="3410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20040" y="3593592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 Conditional (via _route_to_agent)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 Fixed (add_edge)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 Step-by-Step Execution — "What is the Q2 net profit?" (example)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8580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94183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740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in Streamlit calculator tab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9966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Q2 net profit?"  → intent hint prepended → "Calculate: What is the Q2 net profit?"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68580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941832"/>
            <a:ext cx="329184" cy="3291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18888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221224" y="740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DocumentAssistant.process_message()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221224" y="9966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AgentState with user_input. Sets RunnableConfig: thread_id, llm (GPT-4o), tools (calculator + document_reader).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64792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020824"/>
            <a:ext cx="329184" cy="3291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" y="2020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" y="18196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classify_intent node runs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207568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with UserIntent structured output → intent_type="calculation", confidence=0.95. Sets next_step="calculation_agent".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764792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1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8888" y="2020824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2020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221224" y="18196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calculation_agent — Phase 1: Tool loop (×8 max)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221224" y="207568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document_reader("doc_financial_q2") → gets Q2 report. Sees Net Profit: $1,900,000.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843784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1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099816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4048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28986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calculation_agent — calculator tool called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86384" y="31546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calculator("1900000") → "Result: 1,900,000". Context captured.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843784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1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18888" y="3099816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18888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221224" y="28986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calculation_agent — Phase 2: Structured output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221224" y="31546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LLM.with_structured_output(CalculationResponse) → result="$1,900,000", expression="1900000", sources=["doc_financial_q2"].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922776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417880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404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86384" y="3977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update_memory node runs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86384" y="42336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Summarises conversation. Adds "doc_financial_q2" to active_documents. Sets next_step=END.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3922776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E8F5E9"/>
          </a:solidFill>
          <a:ln w="15240">
            <a:solidFill>
              <a:srgbClr val="064E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18888" y="4178808"/>
            <a:ext cx="329184" cy="329184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1888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221224" y="3977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 to Streamlit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221224" y="42336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state["current_response"].result displayed in chat bubble: "The Q2 2026 net profit is $1,900,000."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📤  Output Schemas — 3 Structured Response Types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" y="6400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specialist agent calls llm.with_structured_output(Schema) after its tool loop to guarantee typed, validated output.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2788920" cy="3931920"/>
          </a:xfrm>
          <a:prstGeom prst="roundRect">
            <a:avLst>
              <a:gd name="adj" fmla="val 2623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AnswerResponse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280160"/>
            <a:ext cx="2651760" cy="21945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" y="1280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qa_agent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" y="1764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— The user's original question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" y="2093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— Complete answer with explanation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" y="2596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List[str] — Document IDs consulted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" y="3099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" y="3273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0–1 — Agent's confidence level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02336" y="3602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02336" y="3776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— Auto-populated by Pydantic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54680" y="960120"/>
            <a:ext cx="2788920" cy="3931920"/>
          </a:xfrm>
          <a:prstGeom prst="roundRect">
            <a:avLst>
              <a:gd name="adj" fmla="val 2623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4612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SummarizationResponse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27832" y="1280160"/>
            <a:ext cx="2651760" cy="219456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27832" y="1280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summarization_agent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3282696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282696" y="1764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— Concise paragraph summary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282696" y="2093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key_points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282696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List[str] — 3 to 7 bullet points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282696" y="2596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282696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List[str] — Document IDs used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282696" y="3099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282696" y="3273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— Auto-populated by Pydantic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0" y="960120"/>
            <a:ext cx="2788920" cy="3931920"/>
          </a:xfrm>
          <a:prstGeom prst="roundRect">
            <a:avLst>
              <a:gd name="adj" fmla="val 2623"/>
            </a:avLst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2648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CalculationResponse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08192" y="1280160"/>
            <a:ext cx="2651760" cy="219456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08192" y="1280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calculation_agent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163056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163056" y="1764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— Original question asked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163056" y="2093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163056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— Numeric result with units &amp; context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163056" y="2596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163056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— Math expression that was evaluated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163056" y="3099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163056" y="3273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List[str] — Document IDs with source data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163056" y="3602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163056" y="3776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— Auto-populated by Pydantic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Sample Data — 4 CSV Files Included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8580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" y="7498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finance_transactions_500.csv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75895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758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rows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02336" y="10149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Transaction_ID, Date, Quarter, Region, Product, Channel, Units_Sold, Unit_Price_USD, Revenue_USD, Discount_Pct, Net_Revenue_USD, COGS_USD, Gross_Profit_USD, Sales_Rep, Status, Customer_Segment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columns · Regions: N/S/E/W/Central · Products: SaaS Pro, Consulting, etc. · 5 Sales Reps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764792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" y="1828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hospital_patient_records_500.csv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1837944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8379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rows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" y="20939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Patient_ID, Admission_Date, Discharge_Date, Department, Primary_Diagnosis, Age, Gender, Length_of_Stay_Days, Total_Cost_USD, Insurance_Type, Insurance_Covered_USD, Patient_Paid_USD, Outcome, Readmitted_30Days, Satisfaction_Score, Attending_Physician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columns · 10 Departments · Insurance: Private/Medicare/Medicaid/Self-Pay · 10 Physicians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43784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" y="29077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q3_2026_financial_report.csv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916936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2916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rows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" y="3172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Quarter summary: Revenue, Operating Expenses, Net Profit, Gross Margin, Customer counts, Asset &amp; Liability data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02336" y="3438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Summary-format CSV · Used for quick Q&amp;A and calculation queries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922776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CFFAFE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2336" y="39867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city_hospital_department_stats.csv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995928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3995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rows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02336" y="4251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Department, Patients Treated, Avg Stay (Days), Revenue (USD), Operating Cost (USD), Satisfaction Score, Staff Count, Bed Count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02336" y="45171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departments + hospital-wide summary · Total Revenue $76.9M · 30,180 patients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45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Key Design Decisions &amp; Architecture Pattern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5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85800"/>
            <a:ext cx="4251960" cy="1307592"/>
          </a:xfrm>
          <a:prstGeom prst="roundRect">
            <a:avLst>
              <a:gd name="adj" fmla="val 5594"/>
            </a:avLst>
          </a:prstGeom>
          <a:solidFill>
            <a:srgbClr val="EFF6FF"/>
          </a:solidFill>
          <a:ln w="1651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Router/Dispatcher Multi-Agent Pattern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2336" y="1069848"/>
            <a:ext cx="4023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classify_intent node routes to specialist agents. Clean separation of concerns: router knows nothing about documents; agents know nothing about routing.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685800"/>
            <a:ext cx="4251960" cy="1307592"/>
          </a:xfrm>
          <a:prstGeom prst="roundRect">
            <a:avLst>
              <a:gd name="adj" fmla="val 5594"/>
            </a:avLst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37176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Retrieval (not RAG)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37176" y="1069848"/>
            <a:ext cx="4023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matched by term-count scoring on full text, not vector embeddings. Simpler, no embedding API costs, works well for structured CSVs. faiss-cpu is in requirements but unused.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75688"/>
            <a:ext cx="4251960" cy="1307592"/>
          </a:xfrm>
          <a:prstGeom prst="roundRect">
            <a:avLst>
              <a:gd name="adj" fmla="val 5594"/>
            </a:avLst>
          </a:prstGeom>
          <a:solidFill>
            <a:srgbClr val="F5F3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" y="2167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RunnableConfig for LLM/Tool Injection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" y="2459736"/>
            <a:ext cx="4023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and tools are NOT stored globally. They are passed through RunnableConfig per-invocation. This keeps nodes testable and decoupled from how the LLM is configured.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075688"/>
            <a:ext cx="4251960" cy="1307592"/>
          </a:xfrm>
          <a:prstGeom prst="roundRect">
            <a:avLst>
              <a:gd name="adj" fmla="val 5594"/>
            </a:avLst>
          </a:prstGeom>
          <a:solidFill>
            <a:srgbClr val="D1FAE5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37176" y="2167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 for State Persistence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2459736"/>
            <a:ext cx="4023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AgentState is checkpointed after every node. Keyed by thread_id, so the same session resumes correctly across multiple .invoke() calls within a session.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465576"/>
            <a:ext cx="4251960" cy="1307592"/>
          </a:xfrm>
          <a:prstGeom prst="roundRect">
            <a:avLst>
              <a:gd name="adj" fmla="val 5594"/>
            </a:avLst>
          </a:prstGeom>
          <a:solidFill>
            <a:srgbClr val="CFFAFE"/>
          </a:solidFill>
          <a:ln w="1651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" y="3557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Structured Outputs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" y="3849624"/>
            <a:ext cx="4023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 responses are typed Pydantic models. Prevents hallucinated or missing fields. with_structured_output() forces the LLM to conform to the schema.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3465576"/>
            <a:ext cx="4251960" cy="1307592"/>
          </a:xfrm>
          <a:prstGeom prst="roundRect">
            <a:avLst>
              <a:gd name="adj" fmla="val 5594"/>
            </a:avLst>
          </a:prstGeom>
          <a:solidFill>
            <a:srgbClr val="FFF1F2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37176" y="3557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 Assistant Isolation in Streamlit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37176" y="3849624"/>
            <a:ext cx="4023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(Summarization, Calculator) owns a separate DocumentAssistant instance with its own thread_id. The retriever is a module-level singleton shared across all tabs.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Assistant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642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Router/Dispatcher multi-agent pattern via LangGraph StateGraph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11-field AgentState with add_messages and operator.add reducers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50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nodes: classify_intent → [qa | summarize | calculate] → update_memory → END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437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 tools: calculator (safe eval) + document_reader (keyword retrieval)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369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Pydantic output schemas with LLM structured output enforcement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301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Streamlit UI with 3 tabs, hospital doodle, light-green theme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500-row Finance + Hospital CSV sample datasets for testing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16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InMemorySaver for persistent, thread-keyed conversation state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45152"/>
            <a:ext cx="7498080" cy="310896"/>
          </a:xfrm>
          <a:prstGeom prst="roundRect">
            <a:avLst>
              <a:gd name="adj" fmla="val 1470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6542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github.com/alwinalexanderjohn/agenticaiaccenture  ·  Stack: LangGraph · LangChain · OpenAI GPT-4o · Streamlit · Python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200">
                <a:solidFill>
                  <a:srgbClr val="74C7EC"/>
                </a:solidFill>
              </a:rPr>
              <a:t>Recent Updates —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DD6F4"/>
                </a:solidFill>
              </a:rPr>
              <a:t>CLI  ·  Logging  ·  Sessions  ·  Prompt Engineering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74C7EC"/>
                </a:solidFill>
              </a:rPr>
              <a:t>Update 1 — Numbered Menu CLI (main.py)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Replaced free-text command input with a numbered menu.</a:t>
            </a:r>
          </a:p>
          <a:p>
            <a:pPr algn="l"/>
            <a:r>
              <a:rPr sz="1300" b="0">
                <a:solidFill>
                  <a:srgbClr val="CDD6F4"/>
                </a:solidFill>
              </a:rPr>
              <a:t>Every option shows a repeat-or-back sub-menu after each action.</a:t>
            </a:r>
          </a:p>
          <a:p>
            <a:pPr algn="l"/>
            <a:r>
              <a:rPr sz="1300" b="0">
                <a:solidFill>
                  <a:srgbClr val="CDD6F4"/>
                </a:solidFill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91640"/>
            <a:ext cx="8412480" cy="42062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  ┌─────────────────────────────────────────┐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│  1  📁  Upload Document                 │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│  2  ❓  Question &amp; Answer               │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│  3  📄  Summarize Document              │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│  4  🧮  Calculator                      │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│  5  📚  Show Loaded Documents           │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│  6  ℹ️   Session Info                   │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│  0  ❌  Quit                            │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└─────────────────────────────────────────┘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After each action: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┌──────────────────────────────────────────┐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│  1  🔄  Ask another question             │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│  0  ↩   Back to main menu                │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└──────────────────────────────────────────┘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74C7EC"/>
                </a:solidFill>
              </a:rPr>
              <a:t>Update 2 — Native File Picker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Option 1 opens a native Windows file browser dialog via tkinter.filedialog.</a:t>
            </a:r>
          </a:p>
          <a:p>
            <a:pPr algn="l"/>
            <a:r>
              <a:rPr sz="1300" b="0">
                <a:solidFill>
                  <a:srgbClr val="CDD6F4"/>
                </a:solidFill>
              </a:rPr>
              <a:t>Falls back to manual path entry if dialog is unavailable.</a:t>
            </a:r>
          </a:p>
          <a:p>
            <a:pPr algn="l"/>
            <a:r>
              <a:rPr sz="1300" b="0">
                <a:solidFill>
                  <a:srgbClr val="CDD6F4"/>
                </a:solidFill>
              </a:rPr>
              <a:t>Supports: PDF  TXT  MD 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8412480" cy="402336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def _pick_file() -&gt; str | None: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import tkinter as tk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from tkinter import filedialog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root = tk.Tk()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root.withdraw()               # hide blank Tk window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root.attributes("-topmost", True)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path = filedialog.askopenfilename(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title="Select a document to upload",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filetypes=[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    ("Supported files", "*.pdf *.txt *.md *.csv"),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    ("All files", "*.*"),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],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root.destroy()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return path if path else None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Fallback if dialog unavailable: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file_path = input("  Path: ").strip()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74C7EC"/>
                </a:solidFill>
              </a:rPr>
              <a:t>Update 3 — Per-Session Logs (tools.py)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OLD: One file per day  →  logs/tool_calls_2026-10-05.log  (no session ID)</a:t>
            </a:r>
          </a:p>
          <a:p>
            <a:pPr algn="l"/>
            <a:r>
              <a:rPr sz="1300" b="0">
                <a:solidFill>
                  <a:srgbClr val="CDD6F4"/>
                </a:solidFill>
              </a:rPr>
              <a:t>NEW: One file per session  →  logs/&lt;session_id&gt;.log</a:t>
            </a:r>
          </a:p>
          <a:p>
            <a:pPr algn="l"/>
            <a:r>
              <a:rPr sz="1300" b="0">
                <a:solidFill>
                  <a:srgbClr val="CDD6F4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DD6F4"/>
                </a:solidFill>
              </a:rPr>
              <a:t>All code paths now logged with status labels: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011680"/>
            <a:ext cx="8412480" cy="384048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# tools.py — session context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_current_session_id: str = "unknown"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def set_session_context(session_id: str) -&gt; None: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global _current_session_id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_current_session_id = session_id   # called by assistant.start_session()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class ToolLogger: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@staticmethod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def log(tool_name, input_data, output, status="OK"):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log_file = Path("logs") / f"{_current_session_id}.log"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with open(log_file, "a") as f: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    f.write(f"[{ts}]  Tool: {tool_name}  |  Status: {status}\n")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    f.write(f"  Input:  {input_data}\n")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    f.write(f"  Output: {output}\n\n")   # no truncation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Status labels: LIST | EXACT_MATCH | KEYWORD_MATCH | FALLBACK_ALL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               NO_MATCH | ERROR | INVALID_INPUT | ZERO_DIVISION | FALLBACK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74C7EC"/>
                </a:solidFill>
              </a:rPr>
              <a:t>Update 4 — Full Conversation History in sessions/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OLD: sessions/&lt;uuid&gt;.json had only metadata (session_id, user_id, message_count)</a:t>
            </a:r>
          </a:p>
          <a:p>
            <a:pPr algn="l"/>
            <a:r>
              <a:rPr sz="1300" b="0">
                <a:solidFill>
                  <a:srgbClr val="CDD6F4"/>
                </a:solidFill>
              </a:rPr>
              <a:t>NEW: Each turn is appended to conversation_history with full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8412480" cy="41148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{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"session_id": "c3d4e5f6-calculation-revenue-session",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"user_id": "user_001",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"created_at": "2026-10-05T11:20:00",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"message_count": 3,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"conversation_history": [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{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"turn": 1,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"timestamp": "2026-10-05T11:20:15",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"user_input": "Calculate: total revenue Q1 and Q2",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"intent_type": "calculation",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"intent_confidence": 0.97,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"intent_reasoning": "Prefix 'Calculate:' is explicit; adding two revenue figures requires arithmetic.",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"tools_used": ["document_reader", "calculator"],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"sources": ["doc_financial_q1", "doc_financial_q2"],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"response": "Combined revenue is $9,300,000 ...",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"conversation_summary": "..."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}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]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74C7EC"/>
                </a:solidFill>
              </a:rPr>
              <a:t>Update 5 — MessagesPlaceholder in ChatPromptTemplate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All three agent prompt templates now include MessagesPlaceholder</a:t>
            </a:r>
          </a:p>
          <a:p>
            <a:pPr algn="l"/>
            <a:r>
              <a:rPr sz="1300" b="0">
                <a:solidFill>
                  <a:srgbClr val="CDD6F4"/>
                </a:solidFill>
              </a:rPr>
              <a:t>so prior conversation turns are visible to the LLM (multi-turn context).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8412480" cy="41148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# prompts.py — BEFORE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from langchain_core.prompts import PromptTemplate, ChatPromptTemplate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return ChatPromptTemplate.from_messages([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("system", system_prompt),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("human", "{user_input}"),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])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prompts.py — AFTER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from langchain_core.prompts import (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PromptTemplate, ChatPromptTemplate, MessagesPlaceholder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return ChatPromptTemplate.from_messages([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("system", system_prompt),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MessagesPlaceholder(variable_name="conversation_history", optional=True),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("human", "{user_input}"),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])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agent.py — each agent now passes history into format_messages()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recent_history = state.get("messages", [])[-6:]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messages = prompt_template.format_messages(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user_input=enriched_input,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conversation_history=recent_history,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74C7EC"/>
                </a:solidFill>
              </a:rPr>
              <a:t>Update 6 — Enriched Intent Classification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Four improvements added to _INTENT_CLASSIFICATION_TEMPLATE in prompts.py: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8412480" cy="438912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1. EXAMPLES PER CATEGORY (3 per category)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"What is the readmission rate?" → qa,  confidence: 0.95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reasoning: "Direct factual question; no arithmetic required."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"Summarize the Q2 financial report" → summarization,  confidence: 0.97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reasoning: "'Summarize' is explicit; user wants condensed content."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"What is the combined revenue Q1+Q2?" → calculation,  confidence: 0.95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reasoning: "Requires adding two figures from separate documents."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2. CONFIDENCE SCORING GUIDE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0.90–1.00  Intent is explicit and unambiguous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0.70–0.89  Likely correct but one other category is plausible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0.50–0.69  Genuinely ambiguous; fits two categories equally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Below 0.50  Very unclear — default to "qa"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3. TIE-BREAKING RULES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• Any request needing arithmetic → "calculation" (beats "qa")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• "overview / highlight / tell me about" → "summarization"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• Follow-up requests → inherit intent from conversation_history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• Uncertain → "qa" is the safe fallback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4. REASONING INSTRUCTIONS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"Name the specific words/phrases that drove your choice AND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explain why you ruled out the next-closest category."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74C7EC"/>
                </a:solidFill>
              </a:rPr>
              <a:t>Summary of All Updates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320040" cy="347472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96696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9E2AF"/>
                </a:solidFill>
              </a:rPr>
              <a:t>main.py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9601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Numbered menu (1-6) + repeat-or-back sub-menu on every 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320040" cy="347472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72184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35608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9E2AF"/>
                </a:solidFill>
              </a:rPr>
              <a:t>main.py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35608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tkinter native file picker for Upload (Option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56816"/>
            <a:ext cx="320040" cy="347472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47672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11096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9E2AF"/>
                </a:solidFill>
              </a:rPr>
              <a:t>tools.py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911096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Per-session log files: logs/&lt;session_id&gt;.log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32304"/>
            <a:ext cx="320040" cy="347472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423160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86584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9E2AF"/>
                </a:solidFill>
              </a:rPr>
              <a:t>tools.py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386584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All tool paths logged (LIST/EXACT/KEYWORD/FALLBACK/ERROR)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07792"/>
            <a:ext cx="320040" cy="347472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898648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6207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9E2AF"/>
                </a:solidFill>
              </a:rPr>
              <a:t>agent.py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862072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_direct_retrieve() now logs its fallback calls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383280"/>
            <a:ext cx="320040" cy="347472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374136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3375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9E2AF"/>
                </a:solidFill>
              </a:rPr>
              <a:t>assistant.py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3375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Full conversation history saved to sessions/&lt;uuid&gt;.json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58768"/>
            <a:ext cx="320040" cy="347472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849624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1E1E2E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813048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9E2AF"/>
                </a:solidFill>
              </a:rPr>
              <a:t>prompts.py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813048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MessagesPlaceholder added to all ChatPromptTemplates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34256"/>
            <a:ext cx="320040" cy="347472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325112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1E1E2E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88536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9E2AF"/>
                </a:solidFill>
              </a:rPr>
              <a:t>prompts.py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288536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Intent prompt: 3 examples/category, confidence guide, tie-breaking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2026-10-04T05:14:45Z</dcterms:created>
  <dcterms:modified xsi:type="dcterms:W3CDTF">2026-10-04T05:14:45Z</dcterms:modified>
</cp:coreProperties>
</file>