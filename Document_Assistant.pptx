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914400"/>
            <a:ext cx="4114800" cy="41148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3566160"/>
            <a:ext cx="2011680" cy="201168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3291840"/>
            <a:ext cx="2560320" cy="25603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713232"/>
            <a:ext cx="118872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632" y="841248"/>
            <a:ext cx="39319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Multi-Agent System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5059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·  LangChain  ·  OpenAI GPT-4o  ·  Streamlit  · 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347472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D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Code Walkthrough · Agents &amp; State · Tools · Outputs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2651760" cy="420624"/>
          </a:xfrm>
          <a:prstGeom prst="roundRect">
            <a:avLst>
              <a:gd name="adj" fmla="val 1087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Document Intelligence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📋  Agenda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" y="1097280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 &amp; Architecture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9472" y="1097280"/>
            <a:ext cx="438912" cy="43891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1947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File Structure &amp; Code Walkthrough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" y="2395728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— 11 Fields &amp; Reducers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CFFAF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9472" y="2395728"/>
            <a:ext cx="438912" cy="43891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194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Nodes (5) &amp; Workflow 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" y="3694176"/>
            <a:ext cx="438912" cy="43891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Calculator &amp; Document Reader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9472" y="3694176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Execution &amp; Output Schemas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🏥  System Overview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24528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7043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Upload PDF, CSV, TXT, Markdown documents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61848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Automatically classify user intent (Q&amp;A / Summarize / Calculate)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066544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Route to the correct specialist AI agent via LangGraph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514600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Retrieve relevant content using keyword search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2962656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Perform safe arithmetic on document data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341071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Persist conversation state with InMemorySaver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" y="385876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Serve via Streamlit with 3 interactive tabs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7315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Specialist Agents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170432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56048" y="1207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Agent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956048" y="143560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factual questions from docs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1975104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Agent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956048" y="224028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summaries &amp; key 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779776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56048" y="28163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Agent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56048" y="3044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data &amp; runs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document_reader + calculator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5216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5216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585216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86384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8" name="Text 36"/>
          <p:cNvSpPr txBox="1"/>
          <p:nvPr/>
        </p:nvSpPr>
        <p:spPr>
          <a:xfrm>
            <a:off x="786384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🔧  Full Architecture — Request to Response Flow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64208" y="987552"/>
            <a:ext cx="6675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2331720" y="749808"/>
            <a:ext cx="192024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749808"/>
            <a:ext cx="192024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Tabs)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987552"/>
            <a:ext cx="62179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892040" y="749808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749808"/>
            <a:ext cx="20116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.process_message()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22008" y="987552"/>
            <a:ext cx="57607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749808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.invoke()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371600"/>
            <a:ext cx="8595360" cy="3401568"/>
          </a:xfrm>
          <a:prstGeom prst="roundRect">
            <a:avLst>
              <a:gd name="adj" fmla="val 2688"/>
            </a:avLst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1408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StateGraph  (agent.py)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37560" y="171907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171907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Node)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2221992"/>
            <a:ext cx="-2194560" cy="658368"/>
          </a:xfrm>
          <a:prstGeom prst="line">
            <a:avLst/>
          </a:prstGeom>
          <a:noFill/>
          <a:ln w="15240">
            <a:solidFill>
              <a:srgbClr val="1D4ED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4572000" y="2221992"/>
            <a:ext cx="0" cy="566928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5806440" y="2221992"/>
            <a:ext cx="1828800" cy="658368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1148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(Q&amp;A)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6616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6616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(Summary)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0840" y="2788920"/>
            <a:ext cx="1828800" cy="530352"/>
          </a:xfrm>
          <a:prstGeom prst="roundRect">
            <a:avLst>
              <a:gd name="adj" fmla="val 10345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2788920"/>
            <a:ext cx="182880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(Calc)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417320" y="3319272"/>
            <a:ext cx="233172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572000" y="3319272"/>
            <a:ext cx="0" cy="521208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7635240" y="3319272"/>
            <a:ext cx="-201168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337560" y="382219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37560" y="382219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(Memory &amp; Summary)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24728" y="4073652"/>
            <a:ext cx="8961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720840" y="3877056"/>
            <a:ext cx="457200" cy="402336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20840" y="3877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463040"/>
            <a:ext cx="1508760" cy="2267712"/>
          </a:xfrm>
          <a:prstGeom prst="roundRect">
            <a:avLst>
              <a:gd name="adj" fmla="val 424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1508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1828800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document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_reader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487168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calculator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— checkpoints AgentState after each node, keyed by thread_id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📁  Python File Structure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" y="749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src/schemas.py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822960"/>
            <a:ext cx="18288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7498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models: UserIntent, AnswerResponse, SummarizationResponse, CalculationResponse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24815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" y="12847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src/agent.py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12848" y="1357884"/>
            <a:ext cx="18288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04288" y="128473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LangGraph workflow: AgentState TypedDict, 5 node functions, StateGraph, InMemorySaver compile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178308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" y="18196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src/retrieval.py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12848" y="1892808"/>
            <a:ext cx="18288" cy="274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04288" y="181965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class: keyword search, exact-ID lookup, load_document() for PDF/CSV/TXT/MD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318004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4048" y="23545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src/tools.py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12848" y="2427732"/>
            <a:ext cx="18288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04288" y="235458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tool (safe eval, regex-guarded) + document_reader tool (ID lookup + keyword fallback)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852928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" y="28895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src/prompts.py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12848" y="2962656"/>
            <a:ext cx="18288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04288" y="288950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QA, Summarization, Calculation system prompts + get_chat_prompt_template() + intent classifier prompt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38785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" y="34244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src/assistant.py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12848" y="3497580"/>
            <a:ext cx="1828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04288" y="342442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class: start_session(), process_message(), wires LLM + tools into RunnableConfig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392277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" y="39593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streamlit_app.py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12848" y="4032504"/>
            <a:ext cx="18288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304288" y="39593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 Streamlit UI: Upload, Summarization, Calculator. Hospital doodle, light-green theme, per-tab sessions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445770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" y="44942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samples/*.csv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12848" y="4567428"/>
            <a:ext cx="18288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04288" y="449427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sample datasets: finance (500 rows), hospital (500 rows), Q3 summary, dept stats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📐  src/schemas.py — Pydantic v2 Output Models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structured outputs use Pydantic BaseModel. LangGraph agents call llm.with_structured_output(Model) to produce these.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classify_intent node. Drives routing.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intent_type: str  — "qa" | "summarization" | "calculation" | "unknown"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  — 0.0 to 1.0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reasoning: str  — why this intent was chosen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 node.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answer: str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  — doc IDs used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22402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47802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 node.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summary: str  — paragraph summary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key_points: List[str]  — 3–7 bullet points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 node.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result: str  — numeric result with units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expression: str  — math formula used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46320" y="441655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⚙️  src/agent.py — Core LangGraph Workflow (Most Important File)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04088"/>
            <a:ext cx="36576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315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(TypedDict)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95097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11-field shared state with add_messages and operator.add reducers.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540764"/>
            <a:ext cx="36576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336" y="15681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Node Functions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7876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classify_intent, qa_agent, summarization_agent, calculation_agent, update_memory. Each typed with RunnableConfig for config injection.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377440"/>
            <a:ext cx="36576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4048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_run_tool_loop()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62432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Helper: bind_tools → invoke → append ToolMessages → repeat up to max_iter. Returns messages, tools_used, context_snippets.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214116"/>
            <a:ext cx="36576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" y="32415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_route_to_agent()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46100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 function: reads state["next_step"] and returns the target node name.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050792"/>
            <a:ext cx="36576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407822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create_workflow()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StateGraph, adds all nodes, sets entry point, wires conditional + fixed edges, compiles with InMemorySaver().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4809744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040" y="48188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Critical: All node functions must type config as RunnableConfig (not dict) — LangGraph only injects the config when the type annotation is correct.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📚  src/retrieval.py — Document Store &amp; Retrieval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Methods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52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get_document(doc_id)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716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lookup. Returns dict with content, title, type or None.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" y="20116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" y="20665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search_documents(query, top_k=2)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2860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scoring: counts query-term occurrences in content+title. Falls back to first 2 docs if no match.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2336" y="29260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29809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load_document(file_path)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2004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.pdf, .txt, .md, .csv. Builds doc ID from filename stem. Uses pypdf for PDF extraction page-by-page.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2336" y="38404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list_documents()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41148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doc IDs + titles for UI display.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68580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7315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Documents (4)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9472" y="1188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919472" y="1408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Financial Report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892808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19472" y="1938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919472" y="21579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Financial Report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642616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26883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doc_healthcare_stats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919472" y="2907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Statistics 2026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00600" y="3392424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19472" y="34381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doc_healthcare_outcomes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919472" y="36576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Outcomes Report 2026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41605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Type: Keyword Matching (NOT RAG)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vector embeddings — term-count scoring on full document text.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🔨  src/tools.py — Two LangChain Tools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24358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24358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 expression string, e.g. "4200000 - 2800000"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728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2821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guard — only digits and + - * / ( ) . % allowed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21284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Execution: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221284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with empty __builtins__ (sandboxed)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" y="2697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result string, e.g. "Result: 1,400,000"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18211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1821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ZeroDivisionError, unsupported chars, eval exceptions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366674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66674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only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clean_expr = expression.replace(",","").strip()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re.match(r'^[\d\s\+\-\*\/\.\(\)\%]+$', clean_expr):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eval(clean_expr, {"__builtins__": {}}, {})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document_reader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124358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71032" y="124358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ID or keyword search string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172821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971032" y="1728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 via retriever.get_document(query)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2212848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971032" y="2212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match → keyword search retriever.search_documents(query)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828032" y="26974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71032" y="2697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first 2 docs if keywords match nothing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318211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971032" y="3182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string with doc ID, title, and full content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828032" y="366674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71032" y="366674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agents — qa, summarization, calculation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28032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73752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 = retriever.get_document(query)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doc: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retriever.search_documents(query)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💬  src/prompts.py  &amp;  src/assistant.py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QA_SYSTEM_PROMPT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 tool, cite doc IDs, give confidence score.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SUMMARIZATION_SYSTEM_PROMPT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document_reader, produce concise summary + 3–7 key points.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CALCULATION_SYSTEM_PROMPT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Enforces: "ALWAYS use calculator tool for ALL calculations — even simple ones."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get_intent_classification_prompt()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PromptTemplate for the classify_intent LLM call (uses .format(), not .format_messages()).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get_chat_prompt_template(intent)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ChatPromptTemplate with the correct system prompt for the given intent type.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assistant.py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LLM instance (ChatOpenAI gpt-4o), the tools list, and the compiled workflow graph.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start_session(user_id)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28032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new ChatSession with a UUID session_id. Stores it in self.current_session.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process_message(text)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initial AgentState dict, sets RunnableConfig with thread_id, llm, and tools. Calls workflow.invoke().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payload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828032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"thread_id": session_id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"llm": ChatOpenAI instance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"tools": [calculator, document_reader]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extraction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28032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state["current_response"] after invoke(). Falls back to last AIMessage.content if no structured response.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  streamlit_app.py — Streamlit Web UI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Upload Documents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file_uploader() for PDF, TXT, MD, CSV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Writes to tempfile → retriever.load_document()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success / duplicate / error feedback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Tip chip: "Summarize {doc_id}"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Displays all loaded documents with badges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2112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82112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Summarization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sum_assistant (DocumentAssistant) per tab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 history stored in st.session_state.sum_chat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"Please summarize: " if needed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st.chat_input + st.chat_message for chat UI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🗑️ Clear chat button with st.rerun()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9904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calc_assistant per tab in session_state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Example questions in st.expander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"Calculate: " if needed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chat pattern as Summarization tab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199632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retriever singleton across all tabs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782312"/>
            <a:ext cx="8595360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040" y="4791456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#f0fdf4 (light green bg) · #d1fae5 (tab bar) · #10b981 (active tab) · Hospital SVG doodle in header · st.set_page_config must be first call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🧠  AgentState — The 11-Field Shared State (TypedDict)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reads from and writes to this shared state. LangGraph merges updates automatically using reducers.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877824"/>
            <a:ext cx="8595360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" y="886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21992" y="886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886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8869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1152144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115214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221992" y="115214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279392" y="115214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696712" y="115214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user message for the current turn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499616"/>
            <a:ext cx="8595360" cy="338328"/>
          </a:xfrm>
          <a:prstGeom prst="rect">
            <a:avLst/>
          </a:prstGeom>
          <a:solidFill>
            <a:srgbClr val="EFF6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" y="149961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221992" y="149961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List[BaseMessage]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279392" y="149961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696712" y="149961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— LangGraph appends, never overwrites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1847088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" y="184708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221992" y="184708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 | None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279392" y="184708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96712" y="184708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intent object from classify_intent node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194560"/>
            <a:ext cx="8595360" cy="338328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" y="219456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next_step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221992" y="219456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279392" y="219456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696712" y="219456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target: "qa_agent", "summarization_agent", "calculation_agent"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2542032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" y="254203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221992" y="254203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279392" y="254203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696712" y="254203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LLM-written rolling summary of recent turns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2889504"/>
            <a:ext cx="8595360" cy="338328"/>
          </a:xfrm>
          <a:prstGeom prst="rect">
            <a:avLst/>
          </a:prstGeom>
          <a:solidFill>
            <a:srgbClr val="FFFB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" y="288950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active_documents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221992" y="288950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279392" y="288950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5696712" y="288950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IDs referenced so far in this session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3236976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7472" y="323697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2221992" y="323697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| None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4279392" y="323697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96712" y="323697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from whichever agent ran this turn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3584448"/>
            <a:ext cx="8595360" cy="338328"/>
          </a:xfrm>
          <a:prstGeom prst="rect">
            <a:avLst/>
          </a:prstGeom>
          <a:solidFill>
            <a:srgbClr val="CFF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7472" y="358444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tools_used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2221992" y="358444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279392" y="358444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96712" y="358444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of tools called during this turn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3931920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7472" y="393192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2221992" y="393192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279392" y="393192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5696712" y="393192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thread_id for InMemorySaver checkpoint key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74320" y="4279392"/>
            <a:ext cx="8595360" cy="338328"/>
          </a:xfrm>
          <a:prstGeom prst="rect">
            <a:avLst/>
          </a:prstGeom>
          <a:solidFill>
            <a:srgbClr val="FFF1F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47472" y="427939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221992" y="427939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4279392" y="427939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696712" y="427939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identifier passed through to state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74320" y="4626864"/>
            <a:ext cx="8595360" cy="338328"/>
          </a:xfrm>
          <a:prstGeom prst="rect">
            <a:avLst/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7472" y="462686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actions_taken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221992" y="462686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279392" y="462686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operator.add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5696712" y="462686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names accumulated across the turn — never reset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🔵  Graph Nodes 1–3 : classify_intent · qa_agent · summarization_agent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06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  (Router)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messages (last 6)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(UserIntent), next_step,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llm.with_structured_output(UserIntent) → maps intent_type to target node name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to: qa_agent | summarization_agent | calculation_agent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1728216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1737360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Only node that does NOT call tools. Reads intent_type from structured LLM output.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12264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1671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  (Q&amp;A)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(AnswerResponse), messages, tools_used,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with_structured_output(AnswerResponse)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answer, sources, confidence, timestamp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3154680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3163824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Two-phase: (1) gather document content via tool loop, (2) produce structured AnswerResponse.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3538728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2336" y="359359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  (Summary)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255117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5117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(SummarizationResponse), messages, tools_used, actions_taken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70001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70001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with_structured_output(SummarizationResponse)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84885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84885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summary, key_points (3–7), sources, timestamp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02336" y="4581144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4590288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Same two-phase pattern as qa_agent. Prompt forces concise summary + bullet points.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🔴🟢  Graph Nodes 4–5 : calculation_agent · update_memory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8638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  (Calculator)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(CalculationResponse), messages, tools_used,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×8 max → with_structured_output(CalculationResponse)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result (with units), expression, sources, timestamp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2130552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148840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Longer loop (max_iter=8) so model can call document_reader THEN calculator. Prompt enforces tool use for all arithmetic.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  (Convergence &amp; Memory)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(last 10), current_response, active_documents, llm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conversation_summary, active_documents (merged), next_step=END,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summarises recent messages → extracts source doc IDs from current_response.sources → merges into active_documents list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next_step to END — the graph terminates. Every agent path converges here.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4251960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270248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Mandatory final node. Provides persistent memory of which documents were used across multi-turn conversations.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LangGraph Workflow Diagram — StateGraph Visual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4160520" y="685800"/>
            <a:ext cx="822960" cy="365760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685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51560"/>
            <a:ext cx="0" cy="338328"/>
          </a:xfrm>
          <a:prstGeom prst="line">
            <a:avLst/>
          </a:prstGeom>
          <a:noFill/>
          <a:ln w="17780">
            <a:solidFill>
              <a:srgbClr val="064E3B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3246120" y="138988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8988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— LLM structured output)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0" y="1938528"/>
            <a:ext cx="0" cy="393192"/>
          </a:xfrm>
          <a:prstGeom prst="line">
            <a:avLst/>
          </a:prstGeom>
          <a:noFill/>
          <a:ln w="17780">
            <a:solidFill>
              <a:srgbClr val="1D4ED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572000" y="1938528"/>
            <a:ext cx="0" cy="393192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5303520" y="1938528"/>
            <a:ext cx="0" cy="393192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arrow"/>
          </a:ln>
        </p:spPr>
      </p:sp>
      <p:sp>
        <p:nvSpPr>
          <p:cNvPr id="15" name="Text 13"/>
          <p:cNvSpPr txBox="1"/>
          <p:nvPr/>
        </p:nvSpPr>
        <p:spPr>
          <a:xfrm>
            <a:off x="1920240" y="20299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intent=qa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1965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intent=summarization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029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intent=calculation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432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2898648"/>
            <a:ext cx="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572000" y="2898648"/>
            <a:ext cx="0" cy="640080"/>
          </a:xfrm>
          <a:prstGeom prst="line">
            <a:avLst/>
          </a:prstGeom>
          <a:noFill/>
          <a:ln w="17780">
            <a:solidFill>
              <a:srgbClr val="37415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7589520" y="2898648"/>
            <a:ext cx="-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246120" y="353872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46120" y="353872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Docs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4087368"/>
            <a:ext cx="0" cy="374904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160520" y="4462272"/>
            <a:ext cx="822960" cy="384048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0520" y="44622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1920240" cy="594360"/>
          </a:xfrm>
          <a:prstGeom prst="roundRect">
            <a:avLst>
              <a:gd name="adj" fmla="val 923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95160" y="3401568"/>
            <a:ext cx="1828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state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node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83280"/>
            <a:ext cx="2148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" y="341071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" y="3593592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Conditional (via _route_to_agent)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Fixed (add_edge)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🔄  Step-by-Step Execution — "What is the Q2 net profit?" (example)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941832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in Streamlit calculator tab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Q2 net profit?"  → intent hint prepended → "Calculate: What is the Q2 net profit?"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941832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2122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DocumentAssistant.process_message()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22122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AgentState with user_input. Sets RunnableConfig: thread_id, llm (GPT-4o), tools (calculator + document_reader).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2020824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 node runs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with UserIntent structured output → intent_type="calculation", confidence=0.95. Sets next_step="calculation_agent".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020824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1888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2122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1: Tool loop (×8 max)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22122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document_reader("doc_financial_q2") → gets Q2 report. Sees Net Profit: $1,900,000.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calculator tool called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calculator("1900000") → "Result: 1,900,000". Context captured.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1888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22122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2: Structured output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22122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LLM.with_structured_output(CalculationResponse) → result="$1,900,000", expression="1900000", sources=["doc_financial_q2"].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417880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404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638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update_memory node runs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8638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Summarises conversation. Adds "doc_financial_q2" to active_documents. Sets next_step=END.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5240">
            <a:solidFill>
              <a:srgbClr val="064E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18888" y="4178808"/>
            <a:ext cx="329184" cy="329184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1888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2122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returned to Streamlit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22122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state["current_response"].result displayed in chat bubble: "The Q2 2026 net profit is $1,900,000."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📤  Output Schemas — 3 Structured Response Types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calls llm.with_structured_output(Schema) after its tool loop to guarantee typed, validated output.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The user's original question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Complete answer with explanation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consulted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0–1 — Agent's confidence level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0233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15468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4612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783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2783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328269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28269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Concise paragraph summary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28269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key_points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28269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3 to 7 bullet points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28269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28269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used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28269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28269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03504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0819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819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16305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6305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Original question asked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16305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6305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Numeric result with units &amp; context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616305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6305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Math expression that was evaluated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16305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16305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with source data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16305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16305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Sample Data — 4 CSV Files Included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98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finance_transactions_500.csv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758952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7589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0149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Transaction_ID, Date, Quarter, Region, Product, Channel, Units_Sold, Unit_Price_USD, Revenue_USD, Discount_Pct, Net_Revenue_USD, COGS_USD, Gross_Profit_USD, Sales_Rep, Status, Customer_Segment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Regions: N/S/E/W/Central · Products: SaaS Pro, Consulting, etc. · 5 Sales Reps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764792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1828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hospital_patient_records_500.csv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1837944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83794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0939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Patient_ID, Admission_Date, Discharge_Date, Department, Primary_Diagnosis, Age, Gender, Length_of_Stay_Days, Total_Cost_USD, Insurance_Type, Insurance_Covered_USD, Patient_Paid_USD, Outcome, Readmitted_30Days, Satisfaction_Score, Attending_Physician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2359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10 Departments · Insurance: Private/Medicare/Medicaid/Self-Pay · 10 Physicians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43784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q3_2026_financial_report.csv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0" y="2916936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29169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rows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" y="31729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Quarter summary: Revenue, Operating Expenses, Net Profit, Gross Margin, Customer counts, Asset &amp; Liability data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02336" y="3438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Summary-format CSV · Used for quick Q&amp;A and calculation queries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922776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" y="398678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city_hospital_department_stats.csv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3995928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39959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rows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02336" y="4251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Department, Patients Treated, Avg Stay (Days), Revenue (USD), Operating Cost (USD), Satisfaction Score, Staff Count, Bed Count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02336" y="45171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departments + hospital-wide summary · Total Revenue $76.9M · 30,180 patients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💡  Key Design Decisions &amp; Architecture Pattern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EFF6FF"/>
          </a:solidFill>
          <a:ln w="1651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Router/Dispatcher Multi-Agent Pattern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central classify_intent node routes to specialist agents. Clean separation of concerns: router knows nothing about documents; agents know nothing about routing.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BEB"/>
          </a:solidFill>
          <a:ln w="1651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3717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Retrieval (not RAG)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3717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matched by term-count scoring on full text, not vector embeddings. Simpler, no embedding API costs, works well for structured CSVs. faiss-cpu is in requirements but unused.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5F3FF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for LLM/Tool Injection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and tools are NOT stored globally. They are passed through RunnableConfig per-invocation. This keeps nodes testable and decoupled from how the LLM is configured.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D1FAE5"/>
          </a:solidFill>
          <a:ln w="1651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3717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for State Persistence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AgentState is checkpointed after every node. Keyed by thread_id, so the same session resumes correctly across multiple .invoke() calls within a session.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CFFAFE"/>
          </a:solidFill>
          <a:ln w="1651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Structured Outputs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responses are typed Pydantic models. Prevents hallucinated or missing fields. with_structured_output() forces the LLM to conform to the schema.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0916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1F2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3717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Per-Tab Assistant Isolation in Streamlit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83717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 (Summarization, Calculator) owns a separate DocumentAssistant instance with its own thread_id. The retriever is a module-level singleton shared across all tabs.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covered: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64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Router/Dispatcher multi-agent pattern via LangGraph StateGraph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57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11-field AgentState with add_messages and operator.add reducers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5059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 nodes: classify_intent → [qa | summarize | calculate] → update_memory → END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4378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2 tools: calculator (safe eval) + document_reader (keyword retrieval)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3697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4 Pydantic output schemas with LLM structured output enforcement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301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Streamlit UI with 3 tabs, hospital doodle, light-green theme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500-row Finance + Hospital CSV sample datasets for testing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165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InMemorySaver for persistent, thread-keyed conversation state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7498080" cy="310896"/>
          </a:xfrm>
          <a:prstGeom prst="roundRect">
            <a:avLst>
              <a:gd name="adj" fmla="val 1470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6542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github.com/alwinalexanderjohn/agenticaiaccenture  ·  Stack: LangGraph · LangChain · OpenAI GPT-4o · Streamlit · Python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200">
                <a:solidFill>
                  <a:srgbClr val="74C7EC"/>
                </a:solidFill>
              </a:rPr>
              <a:t>Recent Updates —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DD6F4"/>
                </a:solidFill>
              </a:rPr>
              <a:t>CLI  ·  Logging  ·  Sessions  ·  Prompt Engineering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1 — Numbered Menu CLI (main.py)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Replaced free-text command input with a numbered menu.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Every option shows a repeat-or-back sub-menu after each action.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91640"/>
            <a:ext cx="8412480" cy="420624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8229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  ┌─────────────────────────────────────────┐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1  📁  Upload Document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2  ❓  Question &amp; Answer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3  📄  Summarize Document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4  🧮  Calculator     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5  📚  Show Loaded Documents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6  ℹ️   Session Info  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0  ❌  Quit           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└─────────────────────────────────────────┘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After each action: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┌──────────────────────────────────────────┐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1  🔄  Ask another question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0  ↩   Back to main menu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└──────────────────────────────────────────┘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2 — Native File Picker (tkinter)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Option 1 opens a native Windows file browser dialog via tkinter.filedialog.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Falls back to manual path entry if dialog is unavailable.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Supports: PDF  TXT  MD  CSV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828800"/>
            <a:ext cx="8412480" cy="402336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def _pick_file() -&gt; str | None: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import tkinter as tk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from tkinter import filedialog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 = tk.Tk()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root.withdraw()               # hide blank Tk window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root.attributes("-topmost", True)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path = filedialog.askopenfilename(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title="Select a document to upload",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filetypes=[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("Supported files", "*.pdf *.txt *.md *.csv"),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("All files", "*.*"),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],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root.destroy()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return path if path else None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Fallback if dialog unavailable: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file_path = input("  Path: ").strip()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3 — Per-Session Logs (tools.py)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OLD: One file per day  →  logs/tool_calls_2026-10-05.log  (no session ID)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NEW: One file per session  →  logs/&lt;session_id&gt;.log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All code paths now logged with status labels: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011680"/>
            <a:ext cx="8412480" cy="384048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# tools.py — session context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_current_session_id: str = "unknown"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def set_session_context(session_id: str) -&gt; None: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global _current_session_id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_current_session_id = session_id   # called by assistant.start_session()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class ToolLogger: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@staticmethod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def log(tool_name, input_data, output, status="OK"):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log_file = Path("logs") / f"{_current_session_id}.log"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with open(log_file, "a") as f: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f.write(f"[{ts}]  Tool: {tool_name}  |  Status: {status}\n")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f.write(f"  Input:  {input_data}\n")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f.write(f"  Output: {output}\n\n")   # no truncation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Status labels: LIST | EXACT_MATCH | KEYWORD_MATCH | FALLBACK_ALL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               NO_MATCH | ERROR | INVALID_INPUT | ZERO_DIVISION | FALLBACK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4 — Full Conversation History in sessions/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OLD: sessions/&lt;uuid&gt;.json had only metadata (session_id, user_id, message_count)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NEW: Each turn is appended to conversation_history with full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8412480" cy="411480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{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"session_id": "c3d4e5f6-calculation-revenue-session",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"user_id": "user_001",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"created_at": "2026-10-05T11:20:00",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"message_count": 3,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"conversation_history": 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{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"turn": 1,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"timestamp": "2026-10-05T11:20:15",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"user_input": "Calculate: total revenue Q1 and Q2",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"intent_type": "calculation",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"intent_confidence": 0.97,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"intent_reasoning": "Prefix 'Calculate:' is explicit; adding two revenue figures requires arithmetic.",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"tools_used": ["document_reader", "calculator"],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"sources": ["doc_financial_q1", "doc_financial_q2"],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"response": "Combined revenue is $9,300,000 ...",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"conversation_summary": "..."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]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5 — MessagesPlaceholder in ChatPromptTemplate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All three agent prompt templates now include MessagesPlaceholder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so prior conversation turns are visible to the LLM (multi-turn context).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8412480" cy="411480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# prompts.py — BEFORE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from langchain_core.prompts import PromptTemplate, ChatPromptTemplate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return ChatPromptTemplate.from_messages([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("system", system_prompt),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("human", "{user_input}"),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])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prompts.py — AFTER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from langchain_core.prompts import (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PromptTemplate, ChatPromptTemplate, MessagesPlaceholder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return ChatPromptTemplate.from_messages([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("system", system_prompt),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MessagesPlaceholder(variable_name="conversation_history", optional=True),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("human", "{user_input}"),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])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agent.py — each agent now passes history into format_messages()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recent_history = state.get("messages", [])[-6:]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messages = prompt_template.format_messages(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user_input=enriched_input,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conversation_history=recent_history,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6 — Enriched Intent Classification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Four improvements added to _INTENT_CLASSIFICATION_TEMPLATE in prompts.py: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8412480" cy="438912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1. EXAMPLES PER CATEGORY (3 per category)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"What is the readmission rate?" → qa,  confidence: 0.95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reasoning: "Direct factual question; no arithmetic required."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"Summarize the Q2 financial report" → summarization,  confidence: 0.97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reasoning: "'Summarize' is explicit; user wants condensed content."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"What is the combined revenue Q1+Q2?" → calculation,  confidence: 0.95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reasoning: "Requires adding two figures from separate documents."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2. CONFIDENCE SCORING GUIDE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0.90–1.00  Intent is explicit and unambiguous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0.70–0.89  Likely correct but one other category is plausible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0.50–0.69  Genuinely ambiguous; fits two categories equally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Below 0.50  Very unclear — default to "qa"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3. TIE-BREAKING RULES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Any request needing arithmetic → "calculation" (beats "qa")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"overview / highlight / tell me about" → "summarization"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Follow-up requests → inherit intent from conversation_history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Uncertain → "qa" is the safe fallback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4. REASONING INSTRUCTIONS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"Name the specific words/phrases that drove your choice AND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explain why you ruled out the next-closest category."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Summary of All Updates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05840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96696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main.py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Numbered menu (1-6) + repeat-or-back sub-menu on every 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81328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72184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35608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main.py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43560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tkinter native file picker for Upload (Option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56816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947672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11096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tools.py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1911096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Per-session log files: logs/&lt;session_id&gt;.log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432304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423160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86584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tools.py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386584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All tool paths logged (LIST/EXACT/KEYWORD/FALLBACK/ERROR)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898648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862072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agent.py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862072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_direct_retrieve() now logs its fallback calls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383280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374136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3375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assistant.py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33756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Full conversation history saved to sessions/&lt;uuid&gt;.json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858768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849624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13048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prompts.py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381304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MessagesPlaceholder added to all ChatPromptTemplates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334256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325112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88536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prompts.py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288536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Intent prompt: 3 examples/category, confidence guide, tie-breaking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AgentState — All 11 Fields  (agent.py)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645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7F3D0"/>
                </a:solidFill>
              </a:rPr>
              <a:t>29/34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58368"/>
            <a:ext cx="850392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0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</a:rPr>
              <a:t>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9968" y="73152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</a:rP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731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</a:rPr>
              <a:t>Reducer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3168" y="731520"/>
            <a:ext cx="4041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</a:rPr>
              <a:t>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05840"/>
            <a:ext cx="864108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789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user_input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10789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str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107899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1078992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Current user message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155448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messages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9968" y="15544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List[BaseMessage]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155448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add_messages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1554480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Full conversation history (append-only)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956816"/>
            <a:ext cx="864108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02996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intent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20299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UserIntent|None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202996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2029968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Classified intent from classify_intent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250545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next_step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250545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str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128" y="250545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505456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Target node name for 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907792"/>
            <a:ext cx="864108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" y="298094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conversation_summary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29968" y="298094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str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98094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2980944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LLM-generated rolling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45643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active_documents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9968" y="345643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List[str]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345643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3168" y="3456432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Document IDs referenced across turns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858768"/>
            <a:ext cx="864108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393192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current_response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9968" y="393192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Pydantic|None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393192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931920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Structured output from active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" y="440740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tools_used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29968" y="440740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List[str]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0128" y="44074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73168" y="4407408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Tool names called this turn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09744"/>
            <a:ext cx="864108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2608" y="488289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session_id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9968" y="488289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str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0128" y="488289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73168" y="4882896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LangGraph thread_id for checkpointing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" y="53583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user_id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29968" y="535838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str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10128" y="535838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73168" y="5358384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User identifier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760720"/>
            <a:ext cx="8641080" cy="457200"/>
          </a:xfrm>
          <a:prstGeom prst="rect">
            <a:avLst/>
          </a:prstGeom>
          <a:solidFill>
            <a:srgbClr val="16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583387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A7F3D0"/>
                </a:solidFill>
              </a:rPr>
              <a:t>actions_taken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29968" y="583387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</a:rPr>
              <a:t>List[str]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10128" y="583387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operator.add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73168" y="5833872"/>
            <a:ext cx="4041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Node names accumulated across turn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AgentState — Reducers &amp; InMemorySaver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645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7F3D0"/>
                </a:solidFill>
              </a:rPr>
              <a:t>30/34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58368"/>
            <a:ext cx="850392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49808"/>
            <a:ext cx="8503920" cy="5394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41248"/>
            <a:ext cx="8284464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A7F3D0"/>
                </a:solidFill>
                <a:latin typeface="Courier New"/>
              </a:rPr>
              <a:t># Default (no reducer) — last write wins — values get overwritten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state["next_step"] = "qa_agent"      # classify_intent sets this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state["next_step"] = "update_memory" # next node overwrites ← data lost!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add_messages — appends, never overwrites (conversation history)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messages: Annotated[List[BaseMessage], add_messages]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Turn 1: [HumanMsg("Q1 revenue?"), AIMsg("$4.2M")]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Turn 2: [HumanMsg("Q2 revenue?"), AIMsg("$5.1M")]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State : all 4 messages preserved across both turns  ✓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operator.add — list concatenation across all nodes in one turn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actions_taken: Annotated[List[str], operator.add]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classify_intent  returns → ["classify_intent"]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qa_agent         returns → ["qa_agent"]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update_memory    returns → ["update_memory"]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Final state              → ["classify_intent", "qa_agent", "update_memory"]  ✓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InMemorySaver — checkpoints full AgentState after every node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workflow.compile(checkpointer=InMemorySaver())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Next .invoke() with same thread_id → full state restored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→ true multi-turn memory without a database  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Tools — calculator &amp; document_reader  (tools.py)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645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7F3D0"/>
                </a:solidFill>
              </a:rPr>
              <a:t>31/34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58368"/>
            <a:ext cx="850392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49808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🧮  calculator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8503920" cy="1554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70432"/>
            <a:ext cx="828446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A7F3D0"/>
                </a:solidFill>
                <a:latin typeface="Courier New"/>
              </a:rPr>
              <a:t>@tool  def calculator(expression: str) -&gt; str: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1. Strip commas:     "4,200,000 + 5,100,000"  →  "4200000 + 5100000"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2. Regex whitelist:  only  digits  + - * / ( ) . %  allowed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3. Sandboxed eval(): eval(expr, {"__builtins__": {}}, {})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4. Format result:    int-valued float → "9,300,000"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5. Log to session:   logs/&lt;session_id&gt;.log  status = OK | INVALID_INPUT | ZERO_DIV | ERROR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Returns: "Result: 9,300,000  (expression: 4200000 + 5100000)"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697480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891B2"/>
                </a:solidFill>
              </a:rPr>
              <a:t>📄  document_reader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017520"/>
            <a:ext cx="8503920" cy="1600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08960"/>
            <a:ext cx="8284464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A7F3D0"/>
                </a:solidFill>
                <a:latin typeface="Courier New"/>
              </a:rPr>
              <a:t>@tool  def document_reader(query: str) -&gt; str: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Path 1  LIST         query="list"              → all doc IDs + titles       status=LIST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Path 2  EXACT_MATCH  query="doc_financial_q2"  → full document content      status=EXACT_MATCH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Path 3  KEYWORD      query="revenue growth"    → keyword scored (top 3)     status=KEYWORD_MATCH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Path 4  FALLBACK     no match found            → first 2 docs in store      status=FALLBACK_ALL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Path 5  NO_MATCH     store is empty            → "No documents found"        status=NO_MATCH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All paths append to logs/&lt;session_id&gt;.log with full input + output (no truncation)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8172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7F3D0"/>
                </a:solidFill>
              </a:rPr>
              <a:t>set_session_context(session_id) wires ToolLogger to the correct log file.</a:t>
            </a:r>
          </a:p>
          <a:p>
            <a:pPr algn="l"/>
            <a:r>
              <a:rPr sz="950" b="0">
                <a:solidFill>
                  <a:srgbClr val="A7F3D0"/>
                </a:solidFill>
              </a:rPr>
              <a:t>Both tools are bound to the LLM via llm.bind_tools() and called inside _run_tool_loop().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Tool Calling Loop — _run_tool_loop()  (agent.py)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645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7F3D0"/>
                </a:solidFill>
              </a:rPr>
              <a:t>32/34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58368"/>
            <a:ext cx="850392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49808"/>
            <a:ext cx="8503920" cy="5394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41248"/>
            <a:ext cx="8284464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A7F3D0"/>
                </a:solidFill>
                <a:latin typeface="Courier New"/>
              </a:rPr>
              <a:t>def _run_tool_loop(llm_with_tools, tool_map, messages, max_iter=5):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# max_iter=8 for calculation_agent (needs doc_reader + calculator in sequence)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tools_used, context_snippets = [], []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for _ in range(max_iter):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response = llm_with_tools.invoke(messages)   # LLM call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messages.append(response)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if not response.tool_calls:                   # LLM done — no more tools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    break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for tc in response.tool_calls: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    name   = tc["name"]                       # e.g. "document_reader"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    result = tool_map[name].invoke(tc["args"])# runs the tool → logs to file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    tools_used.append(name)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    context_snippets.append(str(result))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        messages.append(ToolMessage(content=result, tool_call_id=tc["id"]))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return messages, tools_used, context_snippets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After the loop — fallback if LLM never called any tool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if not context_snippets: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context_snippets = _direct_retrieve(state["user_input"])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    # Searches retriever directly + logs FALLBACK entry to session log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Phase 2 — structured output call (always after the tool loop)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final_response = llm.with_structured_output(AnswerResponse).invoke(final_prompt)</a:t>
            </a:r>
          </a:p>
          <a:p>
            <a:r>
              <a:rPr sz="900">
                <a:solidFill>
                  <a:srgbClr val="A7F3D0"/>
                </a:solidFill>
                <a:latin typeface="Courier New"/>
              </a:rPr>
              <a:t># final_prompt contains the retrieved content + original question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All 5 Agent Nodes — Role &amp; Output  (agent.py)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645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7F3D0"/>
                </a:solidFill>
              </a:rPr>
              <a:t>33/34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58368"/>
            <a:ext cx="850392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8641080" cy="914400"/>
          </a:xfrm>
          <a:prstGeom prst="rect">
            <a:avLst/>
          </a:prstGeom>
          <a:solidFill>
            <a:srgbClr val="0F172A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024128"/>
            <a:ext cx="237744" cy="2377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005840"/>
            <a:ext cx="237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9784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ourier New"/>
              </a:rPr>
              <a:t>classify_intent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841248"/>
            <a:ext cx="6172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When: Entry point — every message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Does: llm.with_structured_output(UserIntent) with enriched intent prompt + last 6 messages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Out:  intent_type, confidence, reasoning → sets next_step for routing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09928"/>
            <a:ext cx="8641080" cy="914400"/>
          </a:xfrm>
          <a:prstGeom prst="rect">
            <a:avLst/>
          </a:prstGeom>
          <a:solidFill>
            <a:srgbClr val="0F172A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1984248"/>
            <a:ext cx="237744" cy="23774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65960"/>
            <a:ext cx="237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93852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ourier New"/>
              </a:rPr>
              <a:t>qa_agent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801368"/>
            <a:ext cx="6172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When: intent_type == 'qa'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Does: Tool loop → document_reader → Phase 2 with AnswerResponse schema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Out:  AnswerResponse(question, answer, sources, confidence, timestamp)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70048"/>
            <a:ext cx="8641080" cy="914400"/>
          </a:xfrm>
          <a:prstGeom prst="rect">
            <a:avLst/>
          </a:prstGeom>
          <a:solidFill>
            <a:srgbClr val="0F172A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2944368"/>
            <a:ext cx="237744" cy="237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926080"/>
            <a:ext cx="237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28986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ourier New"/>
              </a:rPr>
              <a:t>summarization_agent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761488"/>
            <a:ext cx="6172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When: intent_type == 'summarization'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Does: Tool loop → document_reader → Phase 2 with SummarizationResponse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Out:  SummarizationResponse(summary, key_points[3-7], sources, timestamp)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630168"/>
            <a:ext cx="8641080" cy="914400"/>
          </a:xfrm>
          <a:prstGeom prst="rect">
            <a:avLst/>
          </a:prstGeom>
          <a:solidFill>
            <a:srgbClr val="0F172A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904488"/>
            <a:ext cx="237744" cy="2377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886200"/>
            <a:ext cx="237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38587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ourier New"/>
              </a:rPr>
              <a:t>calculation_agent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721608"/>
            <a:ext cx="6172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When: intent_type == 'calculation'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Does: Tool loop (max 8) — document_reader then calculator → CalculationResponse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Out:  CalculationResponse(question, result, expression, sources, timestamp)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590288"/>
            <a:ext cx="8641080" cy="914400"/>
          </a:xfrm>
          <a:prstGeom prst="rect">
            <a:avLst/>
          </a:prstGeom>
          <a:solidFill>
            <a:srgbClr val="0F172A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4864608"/>
            <a:ext cx="237744" cy="2377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4846320"/>
            <a:ext cx="237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8188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Courier New"/>
              </a:rPr>
              <a:t>update_memory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681728"/>
            <a:ext cx="6172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When: After any specialist agent — always the last node before END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Does: LLM writes 1-2 sentence summary; tracks active_documents from sources</a:t>
            </a:r>
          </a:p>
          <a:p>
            <a:pPr algn="l"/>
            <a:r>
              <a:rPr sz="950" b="0">
                <a:solidFill>
                  <a:srgbClr val="FFFFFF"/>
                </a:solidFill>
              </a:rPr>
              <a:t>Out:  conversation_summary and active_documents updated in state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LangGraph Routing — Nodes, Edges &amp; Conditional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645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7F3D0"/>
                </a:solidFill>
              </a:rPr>
              <a:t>34/34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58368"/>
            <a:ext cx="850392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49808"/>
            <a:ext cx="8503920" cy="54132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41248"/>
            <a:ext cx="8284464" cy="5248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┌─────────────────────────────────┐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│        User sends a message      │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└────────────────┬────────────────┘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             ▼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┌────────────────────────┐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│     classify_intent     │   ← Entry Point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│  UserIntent(Pydantic)   │   with_structured_output()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└────────────┬───────────┘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             │  _route_to_agent(state["next_step"])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┌─────────────────────────┼──────────────────────────┐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│ intent="qa"             │ intent="summarization"    │ intent="calculation"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▼                         ▼                           ▼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┌───────────────┐    ┌──────────────────────┐    ┌───────────────────────┐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│   qa_agent    │    │ summarization_agent  │    │  calculation_agent    │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│ AnswerResponse│    │SummarizationResponse │    │ CalculationResponse   │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│  tool_loop(5) │    │    tool_loop(5)      │    │    tool_loop(8)       │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└───────┬───────┘    └──────────┬───────────┘    └───────────┬───────────┘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│                       │                             │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└───────────────────────┼─────────────────────────────┘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           ▼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┌───────────────────────┐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│     update_memory     │   ← Always last node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│  summary + doc track  │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└──────────┬────────────┘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          ▼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         END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                                       ← InMemorySaver checkpoints state here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/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Edges added in create_workflow():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set_entry_point("classify_intent")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add_conditional_edges("classify_intent", _route_to_agent, {qa/summ/calc})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add_edge("qa_agent",             "update_memory")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add_edge("summarization_agent",  "update_memory")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add_edge("calculation_agent",    "update_memory")</a:t>
            </a:r>
          </a:p>
          <a:p>
            <a:r>
              <a:rPr sz="850">
                <a:solidFill>
                  <a:srgbClr val="A7F3D0"/>
                </a:solidFill>
                <a:latin typeface="Courier New"/>
              </a:rPr>
              <a:t>  add_edge("update_memory",        END)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2026-10-04T05:14:45Z</dcterms:created>
  <dcterms:modified xsi:type="dcterms:W3CDTF">2026-10-04T05:14:45Z</dcterms:modified>
</cp:coreProperties>
</file>