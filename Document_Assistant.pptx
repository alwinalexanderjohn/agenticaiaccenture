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914400"/>
            <a:ext cx="4114800" cy="41148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3566160"/>
            <a:ext cx="2011680" cy="201168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3291840"/>
            <a:ext cx="2560320" cy="25603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713232"/>
            <a:ext cx="118872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632" y="841248"/>
            <a:ext cx="393192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Multi-Agent System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5059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·  LangChain  ·  OpenAI GPT-4o  ·  Streamlit  · 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347472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D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Code Walkthrough · Agents &amp; State · Tools · Outputs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2651760" cy="420624"/>
          </a:xfrm>
          <a:prstGeom prst="roundRect">
            <a:avLst>
              <a:gd name="adj" fmla="val 1087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Document Intelligence Platform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📋  Agenda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" y="1097280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 &amp; Architecture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9472" y="1097280"/>
            <a:ext cx="438912" cy="43891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1947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File Structure &amp; Code Walkthrough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" y="2395728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— 11 Fields &amp; Reducers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CFFAFE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9472" y="2395728"/>
            <a:ext cx="438912" cy="43891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1947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Nodes (5) &amp; Workflow 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" y="3694176"/>
            <a:ext cx="438912" cy="43891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Calculator &amp; Document Reader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9472" y="3694176"/>
            <a:ext cx="438912" cy="4389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Execution &amp; Output Schemas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🏥  System Overview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24528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7043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Upload PDF, CSV, TXT, Markdown documents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61848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Automatically classify user intent (Q&amp;A / Summarize / Calculate)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066544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Route to the correct specialist AI agent via LangGraph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514600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Retrieve relevant content using keyword search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2962656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Perform safe arithmetic on document data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341071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Persist conversation state with InMemorySaver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" y="385876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Serve via Streamlit with 3 interactive tabs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7315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Specialist Agents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1170432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56048" y="1207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Agent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956048" y="143560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factual questions from docs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1975104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56048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 Agent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956048" y="224028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summaries &amp; key 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779776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56048" y="28163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Agent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56048" y="30449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data &amp; runs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document_reader + calculator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85216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85216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585216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86384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8" name="Text 36"/>
          <p:cNvSpPr txBox="1"/>
          <p:nvPr/>
        </p:nvSpPr>
        <p:spPr>
          <a:xfrm>
            <a:off x="786384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🔧  Full Architecture — Request to Response Flow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64208" y="987552"/>
            <a:ext cx="6675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2331720" y="749808"/>
            <a:ext cx="192024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749808"/>
            <a:ext cx="192024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Tabs)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987552"/>
            <a:ext cx="62179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892040" y="749808"/>
            <a:ext cx="201168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749808"/>
            <a:ext cx="20116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.process_message()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22008" y="987552"/>
            <a:ext cx="57607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749808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.invoke()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371600"/>
            <a:ext cx="8595360" cy="3401568"/>
          </a:xfrm>
          <a:prstGeom prst="roundRect">
            <a:avLst>
              <a:gd name="adj" fmla="val 2688"/>
            </a:avLst>
          </a:prstGeom>
          <a:solidFill>
            <a:srgbClr val="F0FD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14081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StateGraph  (agent.py)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37560" y="171907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171907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Node)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2221992"/>
            <a:ext cx="-2194560" cy="658368"/>
          </a:xfrm>
          <a:prstGeom prst="line">
            <a:avLst/>
          </a:prstGeom>
          <a:noFill/>
          <a:ln w="15240">
            <a:solidFill>
              <a:srgbClr val="1D4ED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4572000" y="2221992"/>
            <a:ext cx="0" cy="566928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5806440" y="2221992"/>
            <a:ext cx="1828800" cy="658368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1148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(Q&amp;A)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6616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6616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(Summary)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0840" y="2788920"/>
            <a:ext cx="1828800" cy="530352"/>
          </a:xfrm>
          <a:prstGeom prst="roundRect">
            <a:avLst>
              <a:gd name="adj" fmla="val 10345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20840" y="2788920"/>
            <a:ext cx="182880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(Calc)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417320" y="3319272"/>
            <a:ext cx="233172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572000" y="3319272"/>
            <a:ext cx="0" cy="521208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7635240" y="3319272"/>
            <a:ext cx="-201168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337560" y="382219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37560" y="382219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(Memory &amp; Summary)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24728" y="4073652"/>
            <a:ext cx="8961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6720840" y="3877056"/>
            <a:ext cx="457200" cy="402336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20840" y="3877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463040"/>
            <a:ext cx="1508760" cy="2267712"/>
          </a:xfrm>
          <a:prstGeom prst="roundRect">
            <a:avLst>
              <a:gd name="adj" fmla="val 424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69480" y="1508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1828800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document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_reader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487168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calculator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— checkpoints AgentState after each node, keyed by thread_id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📁  Python File Structure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" y="749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src/schemas.py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822960"/>
            <a:ext cx="18288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7498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models: UserIntent, AnswerResponse, SummarizationResponse, CalculationResponse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24815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" y="12847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src/agent.py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12848" y="1357884"/>
            <a:ext cx="18288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04288" y="128473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LangGraph workflow: AgentState TypedDict, 5 node functions, StateGraph, InMemorySaver compile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178308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" y="18196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src/retrieval.py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12848" y="1892808"/>
            <a:ext cx="18288" cy="274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04288" y="181965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class: keyword search, exact-ID lookup, load_document() for PDF/CSV/TXT/MD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318004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4048" y="23545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src/tools.py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12848" y="2427732"/>
            <a:ext cx="18288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04288" y="235458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tool (safe eval, regex-guarded) + document_reader tool (ID lookup + keyword fallback)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852928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" y="28895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src/prompts.py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12848" y="2962656"/>
            <a:ext cx="18288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04288" y="288950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QA, Summarization, Calculation system prompts + get_chat_prompt_template() + intent classifier prompt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38785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" y="34244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src/assistant.py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12848" y="3497580"/>
            <a:ext cx="1828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04288" y="342442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class: start_session(), process_message(), wires LLM + tools into RunnableConfig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392277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" y="39593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streamlit_app.py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12848" y="4032504"/>
            <a:ext cx="18288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304288" y="39593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3-tab Streamlit UI: Upload, Summarization, Calculator. Hospital doodle, light-green theme, per-tab sessions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445770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048" y="44942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samples/*.csv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12848" y="4567428"/>
            <a:ext cx="18288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04288" y="449427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sample datasets: finance (500 rows), hospital (500 rows), Q3 summary, dept stats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📐  src/schemas.py — Pydantic v2 Output Models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structured outputs use Pydantic BaseModel. LangGraph agents call llm.with_structured_output(Model) to produce these.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classify_intent node. Drives routing.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intent_type: str  — "qa" | "summarization" | "calculation" | "unknown"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  — 0.0 to 1.0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reasoning: str  — why this intent was chosen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 node.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answer: str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  — doc IDs used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22402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47802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 node.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summary: str  — paragraph summary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key_points: List[str]  — 3–7 bullet points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 node.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result: str  — numeric result with units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expression: str  — math formula used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46320" y="441655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⚙️  src/agent.py — Core LangGraph Workflow (Most Important File)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04088"/>
            <a:ext cx="36576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315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(TypedDict)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95097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11-field shared state with add_messages and operator.add reducers.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540764"/>
            <a:ext cx="36576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336" y="15681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Node Functions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7876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classify_intent, qa_agent, summarization_agent, calculation_agent, update_memory. Each typed with RunnableConfig for config injection.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377440"/>
            <a:ext cx="36576" cy="6583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40487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_run_tool_loop()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62432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Helper: bind_tools → invoke → append ToolMessages → repeat up to max_iter. Returns messages, tools_used, context_snippets.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214116"/>
            <a:ext cx="36576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" y="32415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_route_to_agent()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46100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 function: reads state["next_step"] and returns the target node name.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050792"/>
            <a:ext cx="36576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407822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create_workflow()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StateGraph, adds all nodes, sets entry point, wires conditional + fixed edges, compiles with InMemorySaver().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4809744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040" y="481888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Critical: All node functions must type config as RunnableConfig (not dict) — LangGraph only injects the config when the type annotation is correct.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📚  src/retrieval.py — Document Store &amp; Retrieval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Methods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52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get_document(doc_id)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716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lookup. Returns dict with content, title, type or None.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" y="20116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" y="20665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search_documents(query, top_k=2)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2860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scoring: counts query-term occurrences in content+title. Falls back to first 2 docs if no match.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2336" y="29260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29809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load_document(file_path)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2004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.pdf, .txt, .md, .csv. Builds doc ID from filename stem. Uses pypdf for PDF extraction page-by-page.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2336" y="38404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list_documents()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41148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doc IDs + titles for UI display.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68580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7315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Documents (4)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143000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9472" y="1188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doc_financial_q1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919472" y="1408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2024 Financial Report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1892808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19472" y="1938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919472" y="21579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2024 Financial Report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2642616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26883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doc_healthcare_stats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919472" y="2907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Statistics 2024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00600" y="3392424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19472" y="34381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doc_healthcare_outcomes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919472" y="36576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Outcomes Report 2024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41605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Type: Keyword Matching (NOT RAG)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vector embeddings — term-count scoring on full document text.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🔨  src/tools.py — Two LangChain Tools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24358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24358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 expression string, e.g. "4200000 - 2800000"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728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72821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guard — only digits and + - * / ( ) . % allowed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21284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Execution: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221284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with empty __builtins__ (sandboxed)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1480" y="2697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97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result string, e.g. "Result: 1,400,000"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18211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handling: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1821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ZeroDivisionError, unsupported chars, eval exceptions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366674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66674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only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clean_expr = expression.replace(",","").strip()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re.match(r'^[\d\s\+\-\*\/\.\(\)\%]+$', clean_expr):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eval(clean_expr, {"__builtins__": {}}, {})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16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document_reader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124358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71032" y="124358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ID or keyword search string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172821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971032" y="1728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 via retriever.get_document(query)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2212848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971032" y="2212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match → keyword search retriever.search_documents(query)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828032" y="26974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971032" y="2697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first 2 docs if keywords match nothing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28032" y="318211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971032" y="31821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string with doc ID, title, and full content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4828032" y="366674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71032" y="366674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agents — qa, summarization, calculation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28032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73752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 = retriever.get_document(query)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doc: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retriever.search_documents(query)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💬  src/prompts.py  &amp;  src/assistant.py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QA_SYSTEM_PROMPT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 tool, cite doc IDs, give confidence score.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SUMMARIZATION_SYSTEM_PROMPT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document_reader, produce concise summary + 3–7 key points.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CALCULATION_SYSTEM_PROMPT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Enforces: "ALWAYS use calculator tool for ALL calculations — even simple ones."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get_intent_classification_prompt()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PromptTemplate for the classify_intent LLM call (uses .format(), not .format_messages()).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get_chat_prompt_template(intent)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ChatPromptTemplate with the correct system prompt for the given intent type.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assistant.py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28032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LLM instance (ChatOpenAI gpt-4o), the tools list, and the compiled workflow graph.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start_session(user_id)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28032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new ChatSession with a UUID session_id. Stores it in self.current_session.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process_message(text)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initial AgentState dict, sets RunnableConfig with thread_id, llm, and tools. Calls workflow.invoke().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payload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828032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"thread_id": session_id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"llm": ChatOpenAI instance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"tools": [calculator, document_reader]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extraction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28032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state["current_response"] after invoke(). Falls back to last AIMessage.content if no structured response.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  streamlit_app.py — Streamlit Web UI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Upload Documents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file_uploader() for PDF, TXT, MD, CSV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Writes to tempfile → retriever.load_document()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success / duplicate / error feedback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Tip chip: "Summarize {doc_id}"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Displays all loaded documents with badges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82112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82112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Summarization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sum_assistant (DocumentAssistant) per tab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 history stored in st.session_state.sum_chat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"Please summarize: " if needed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st.chat_input + st.chat_message for chat UI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🗑️ Clear chat button with st.rerun()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9904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9904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199632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calc_assistant per tab in session_state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Example questions in st.expander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"Calculate: " if needed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chat pattern as Summarization tab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199632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retriever singleton across all tabs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782312"/>
            <a:ext cx="8595360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0040" y="4791456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#f0fdf4 (light green bg) · #d1fae5 (tab bar) · #10b981 (active tab) · Hospital SVG doodle in header · st.set_page_config must be first call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🧠  AgentState — The 11-Field Shared State (TypedDict)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reads from and writes to this shared state. LangGraph merges updates automatically using reducers.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877824"/>
            <a:ext cx="8595360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" y="886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221992" y="886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8869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8869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1152144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" y="115214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221992" y="115214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279392" y="115214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696712" y="115214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user message for the current turn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1499616"/>
            <a:ext cx="8595360" cy="338328"/>
          </a:xfrm>
          <a:prstGeom prst="rect">
            <a:avLst/>
          </a:prstGeom>
          <a:solidFill>
            <a:srgbClr val="EFF6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" y="149961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221992" y="149961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List[BaseMessage]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279392" y="149961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add_messages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696712" y="149961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— LangGraph appends, never overwrites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1847088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" y="184708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221992" y="184708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 | None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279392" y="184708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96712" y="184708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intent object from classify_intent node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194560"/>
            <a:ext cx="8595360" cy="338328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" y="219456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next_step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221992" y="219456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279392" y="219456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696712" y="219456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target: "qa_agent", "summarization_agent", "calculation_agent"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4320" y="2542032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" y="254203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221992" y="254203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279392" y="254203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696712" y="254203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LLM-written rolling summary of recent turns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2889504"/>
            <a:ext cx="8595360" cy="338328"/>
          </a:xfrm>
          <a:prstGeom prst="rect">
            <a:avLst/>
          </a:prstGeom>
          <a:solidFill>
            <a:srgbClr val="FFFB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" y="288950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active_documents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221992" y="288950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4279392" y="288950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5696712" y="288950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IDs referenced so far in this session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3236976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7472" y="323697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2221992" y="323697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| None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4279392" y="323697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96712" y="323697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from whichever agent ran this turn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3584448"/>
            <a:ext cx="8595360" cy="338328"/>
          </a:xfrm>
          <a:prstGeom prst="rect">
            <a:avLst/>
          </a:prstGeom>
          <a:solidFill>
            <a:srgbClr val="CFF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7472" y="358444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tools_used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2221992" y="358444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279392" y="358444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96712" y="358444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of tools called during this turn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74320" y="3931920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7472" y="393192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2221992" y="393192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279392" y="393192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5696712" y="393192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thread_id for InMemorySaver checkpoint key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74320" y="4279392"/>
            <a:ext cx="8595360" cy="338328"/>
          </a:xfrm>
          <a:prstGeom prst="rect">
            <a:avLst/>
          </a:prstGeom>
          <a:solidFill>
            <a:srgbClr val="FFF1F2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47472" y="427939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221992" y="427939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4279392" y="427939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696712" y="427939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identifier passed through to state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74320" y="4626864"/>
            <a:ext cx="8595360" cy="338328"/>
          </a:xfrm>
          <a:prstGeom prst="rect">
            <a:avLst/>
          </a:prstGeom>
          <a:solidFill>
            <a:srgbClr val="D1FAE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47472" y="462686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actions_taken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221992" y="462686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4279392" y="462686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operator.add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5696712" y="462686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names accumulated across the turn — never reset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🔵  Graph Nodes 1–3 : classify_intent · qa_agent · summarization_agent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06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  (Router)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messages (last 6)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(UserIntent), next_step,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llm.with_structured_output(UserIntent) → maps intent_type to target node name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to: qa_agent | summarization_agent | calculation_agent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1728216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1737360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Only node that does NOT call tools. Reads intent_type from structured LLM output.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12264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1671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  (Q&amp;A)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(AnswerResponse), messages, tools_used,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with_structured_output(AnswerResponse)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answer, sources, confidence, timestamp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3154680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3163824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Two-phase: (1) gather document content via tool loop, (2) produce structured AnswerResponse.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3538728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2336" y="359359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  (Summary)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0233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0233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255117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5117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(SummarizationResponse), messages, tools_used, actions_taken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470001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70001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with_structured_output(SummarizationResponse)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84885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84885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summary, key_points (3–7), sources, timestamp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02336" y="4581144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4590288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Same two-phase pattern as qa_agent. Prompt forces concise summary + bullet points.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🔴🟢  Graph Nodes 4–5 : calculation_agent · update_memory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86384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  (Calculator)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(CalculationResponse), messages, tools_used,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×8 max → with_structured_output(CalculationResponse)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result (with units), expression, sources, timestamp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2130552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148840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Longer loop (max_iter=8) so model can call document_reader THEN calculator. Prompt enforces tool use for all arithmetic.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  (Convergence &amp; Memory)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(last 10), current_response, active_documents, llm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conversation_summary, active_documents (merged), next_step=END,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summarises recent messages → extracts source doc IDs from current_response.sources → merges into active_documents list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next_step to END — the graph terminates. Every agent path converges here.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4251960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270248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Mandatory final node. Provides persistent memory of which documents were used across multi-turn conversations.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LangGraph Workflow Diagram — StateGraph Visual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4160520" y="685800"/>
            <a:ext cx="822960" cy="365760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685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51560"/>
            <a:ext cx="0" cy="338328"/>
          </a:xfrm>
          <a:prstGeom prst="line">
            <a:avLst/>
          </a:prstGeom>
          <a:noFill/>
          <a:ln w="17780">
            <a:solidFill>
              <a:srgbClr val="064E3B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3246120" y="138988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8988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— LLM structured output)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40480" y="1938528"/>
            <a:ext cx="0" cy="393192"/>
          </a:xfrm>
          <a:prstGeom prst="line">
            <a:avLst/>
          </a:prstGeom>
          <a:noFill/>
          <a:ln w="17780">
            <a:solidFill>
              <a:srgbClr val="1D4ED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572000" y="1938528"/>
            <a:ext cx="0" cy="393192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5303520" y="1938528"/>
            <a:ext cx="0" cy="393192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arrow"/>
          </a:ln>
        </p:spPr>
      </p:sp>
      <p:sp>
        <p:nvSpPr>
          <p:cNvPr id="15" name="Text 13"/>
          <p:cNvSpPr txBox="1"/>
          <p:nvPr/>
        </p:nvSpPr>
        <p:spPr>
          <a:xfrm>
            <a:off x="1920240" y="20299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intent=qa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1965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intent=summarization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029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intent=calculation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432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9184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0936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2898648"/>
            <a:ext cx="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572000" y="2898648"/>
            <a:ext cx="0" cy="640080"/>
          </a:xfrm>
          <a:prstGeom prst="line">
            <a:avLst/>
          </a:prstGeom>
          <a:noFill/>
          <a:ln w="17780">
            <a:solidFill>
              <a:srgbClr val="37415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7589520" y="2898648"/>
            <a:ext cx="-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246120" y="353872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46120" y="353872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&amp; Docs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4087368"/>
            <a:ext cx="0" cy="374904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160520" y="4462272"/>
            <a:ext cx="822960" cy="384048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0520" y="44622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1920240" cy="594360"/>
          </a:xfrm>
          <a:prstGeom prst="roundRect">
            <a:avLst>
              <a:gd name="adj" fmla="val 923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95160" y="3401568"/>
            <a:ext cx="1828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state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node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83280"/>
            <a:ext cx="2148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0040" y="341071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Types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" y="3593592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Conditional (via _route_to_agent)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Fixed (add_edge)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🔄  Step-by-Step Execution — "What is the Q2 net profit?" (example)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941832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in Streamlit calculator tab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Q2 net profit?"  → intent hint prepended → "Calculate: What is the Q2 net profit?"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941832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2122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DocumentAssistant.process_message()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22122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AgentState with user_input. Sets RunnableConfig: thread_id, llm (GPT-4o), tools (calculator + document_reader).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2020824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 node runs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with UserIntent structured output → intent_type="calculation", confidence=0.95. Sets next_step="calculation_agent".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020824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1888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2122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1: Tool loop (×8 max)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22122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document_reader("doc_financial_q2") → gets Q2 report. Sees Net Profit: $1,900,000.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calculator tool called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8638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calculator("1900000") → "Result: 1,900,000". Context captured.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1888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22122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2: Structured output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22122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LLM.with_structured_output(CalculationResponse) → result="$1,900,000", expression="1900000", sources=["doc_financial_q2"].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417880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404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638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update_memory node runs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8638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Summarises conversation. Adds "doc_financial_q2" to active_documents. Sets next_step=END.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5240">
            <a:solidFill>
              <a:srgbClr val="064E3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18888" y="4178808"/>
            <a:ext cx="329184" cy="329184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1888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2122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returned to Streamlit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22122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state["current_response"].result displayed in chat bubble: "The Q2 2024 net profit is $1,900,000."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📤  Output Schemas — 3 Structured Response Types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calls llm.with_structured_output(Schema) after its tool loop to guarantee typed, validated output.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The user's original question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Complete answer with explanation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consulted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0–1 — Agent's confidence level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0233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15468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4612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783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2783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328269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28269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Concise paragraph summary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28269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key_points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28269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3 to 7 bullet points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28269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328269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used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28269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28269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03504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0819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819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616305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6305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Original question asked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16305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6305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Numeric result with units &amp; context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616305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6305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Math expression that was evaluated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16305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16305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with source data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16305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16305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Sample Data — 4 CSV Files Included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98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finance_transactions_500.csv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758952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7589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0149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Transaction_ID, Date, Quarter, Region, Product, Channel, Units_Sold, Unit_Price_USD, Revenue_USD, Discount_Pct, Net_Revenue_USD, COGS_USD, Gross_Profit_USD, Sales_Rep, Status, Customer_Segment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Regions: N/S/E/W/Central · Products: SaaS Pro, Consulting, etc. · 5 Sales Reps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1764792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1828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hospital_patient_records_500.csv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1837944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83794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0939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Patient_ID, Admission_Date, Discharge_Date, Department, Primary_Diagnosis, Age, Gender, Length_of_Stay_Days, Total_Cost_USD, Insurance_Type, Insurance_Covered_USD, Patient_Paid_USD, Outcome, Readmitted_30Days, Satisfaction_Score, Attending_Physician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2359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10 Departments · Insurance: Private/Medicare/Medicaid/Self-Pay · 10 Physicians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43784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q3_2024_financial_report.csv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0" y="2916936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29169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rows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" y="31729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Quarter summary: Revenue, Operating Expenses, Net Profit, Gross Margin, Customer counts, Asset &amp; Liability data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02336" y="3438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Summary-format CSV · Used for quick Q&amp;A and calculation queries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922776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CFFAFE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" y="398678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city_hospital_department_stats.csv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3995928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92240" y="39959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rows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02336" y="4251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Department, Patients Treated, Avg Stay (Days), Revenue (USD), Operating Cost (USD), Satisfaction Score, Staff Count, Bed Count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02336" y="45171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departments + hospital-wide summary · Total Revenue $76.9M · 30,180 patients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💡  Key Design Decisions &amp; Architecture Pattern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EFF6FF"/>
          </a:solidFill>
          <a:ln w="1651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Router/Dispatcher Multi-Agent Pattern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central classify_intent node routes to specialist agents. Clean separation of concerns: router knows nothing about documents; agents know nothing about routing.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BEB"/>
          </a:solidFill>
          <a:ln w="1651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3717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Retrieval (not RAG)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3717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matched by term-count scoring on full text, not vector embeddings. Simpler, no embedding API costs, works well for structured CSVs. faiss-cpu is in requirements but unused.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5F3FF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for LLM/Tool Injection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and tools are NOT stored globally. They are passed through RunnableConfig per-invocation. This keeps nodes testable and decoupled from how the LLM is configured.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D1FAE5"/>
          </a:solidFill>
          <a:ln w="1651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3717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for State Persistence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AgentState is checkpointed after every node. Keyed by thread_id, so the same session resumes correctly across multiple .invoke() calls within a session.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CFFAFE"/>
          </a:solidFill>
          <a:ln w="1651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Structured Outputs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responses are typed Pydantic models. Prevents hallucinated or missing fields. with_structured_output() forces the LLM to conform to the schema.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0916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1F2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3717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Per-Tab Assistant Isolation in Streamlit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83717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 (Summarization, Calculator) owns a separate DocumentAssistant instance with its own thread_id. The retriever is a module-level singleton shared across all tabs.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98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covered: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64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Router/Dispatcher multi-agent pattern via LangGraph StateGraph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57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11-field AgentState with add_messages and operator.add reducers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45059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 nodes: classify_intent → [qa | summarize | calculate] → update_memory → END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4378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2 tools: calculator (safe eval) + document_reader (keyword retrieval)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3697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4 Pydantic output schemas with LLM structured output enforcement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301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Streamlit UI with 3 tabs, hospital doodle, light-green theme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500-row Finance + Hospital CSV sample datasets for testing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4165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InMemorySaver for persistent, thread-keyed conversation state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45152"/>
            <a:ext cx="7498080" cy="310896"/>
          </a:xfrm>
          <a:prstGeom prst="roundRect">
            <a:avLst>
              <a:gd name="adj" fmla="val 1470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6542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github.com/alwinalexanderjohn/agenticaiaccenture  ·  Stack: LangGraph · LangChain · OpenAI GPT-4o · Streamlit · Python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2026-10-01T18:19:39Z</dcterms:created>
  <dcterms:modified xsi:type="dcterms:W3CDTF">2026-10-01T18:19:39Z</dcterms:modified>
</cp:coreProperties>
</file>